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4_940F8171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419" r:id="rId3"/>
    <p:sldId id="420" r:id="rId4"/>
    <p:sldId id="421" r:id="rId5"/>
    <p:sldId id="422" r:id="rId6"/>
    <p:sldId id="418" r:id="rId7"/>
    <p:sldId id="417" r:id="rId8"/>
    <p:sldId id="260" r:id="rId9"/>
    <p:sldId id="262" r:id="rId10"/>
    <p:sldId id="410" r:id="rId11"/>
    <p:sldId id="415" r:id="rId12"/>
    <p:sldId id="413" r:id="rId13"/>
    <p:sldId id="435" r:id="rId14"/>
    <p:sldId id="427" r:id="rId15"/>
    <p:sldId id="428" r:id="rId16"/>
    <p:sldId id="426" r:id="rId17"/>
    <p:sldId id="429" r:id="rId18"/>
    <p:sldId id="430" r:id="rId19"/>
    <p:sldId id="412" r:id="rId20"/>
    <p:sldId id="414" r:id="rId21"/>
    <p:sldId id="432" r:id="rId22"/>
    <p:sldId id="416" r:id="rId23"/>
    <p:sldId id="423" r:id="rId24"/>
    <p:sldId id="433" r:id="rId25"/>
    <p:sldId id="434" r:id="rId26"/>
    <p:sldId id="424" r:id="rId27"/>
    <p:sldId id="43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B2DE9A-1DD0-B846-824B-7E6292998354}" name="Shenyang Huang" initials="SH" userId="S::sh389@duke.edu::1ff0613d-c06d-494b-8919-b015a9b764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8241E-5D28-43E5-A304-1E0AED4E0DCB}" v="1" dt="2023-07-16T15:56:35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11" autoAdjust="0"/>
  </p:normalViewPr>
  <p:slideViewPr>
    <p:cSldViewPr snapToGrid="0">
      <p:cViewPr varScale="1">
        <p:scale>
          <a:sx n="67" d="100"/>
          <a:sy n="67" d="100"/>
        </p:scale>
        <p:origin x="6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nyang Huang" userId="1ff0613d-c06d-494b-8919-b015a9b764cd" providerId="ADAL" clId="{7FDB913F-97BE-4F33-ADAD-E8759F950D23}"/>
    <pc:docChg chg="undo custSel addSld delSld modSld sldOrd modMainMaster">
      <pc:chgData name="Shenyang Huang" userId="1ff0613d-c06d-494b-8919-b015a9b764cd" providerId="ADAL" clId="{7FDB913F-97BE-4F33-ADAD-E8759F950D23}" dt="2023-07-11T03:45:36.817" v="16219" actId="20577"/>
      <pc:docMkLst>
        <pc:docMk/>
      </pc:docMkLst>
      <pc:sldChg chg="modSp mod">
        <pc:chgData name="Shenyang Huang" userId="1ff0613d-c06d-494b-8919-b015a9b764cd" providerId="ADAL" clId="{7FDB913F-97BE-4F33-ADAD-E8759F950D23}" dt="2023-07-10T05:29:03.614" v="13025" actId="313"/>
        <pc:sldMkLst>
          <pc:docMk/>
          <pc:sldMk cId="191770549" sldId="256"/>
        </pc:sldMkLst>
        <pc:spChg chg="mod">
          <ac:chgData name="Shenyang Huang" userId="1ff0613d-c06d-494b-8919-b015a9b764cd" providerId="ADAL" clId="{7FDB913F-97BE-4F33-ADAD-E8759F950D23}" dt="2023-07-06T03:08:49.483" v="103" actId="20577"/>
          <ac:spMkLst>
            <pc:docMk/>
            <pc:sldMk cId="191770549" sldId="256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0T05:29:03.614" v="13025" actId="313"/>
          <ac:spMkLst>
            <pc:docMk/>
            <pc:sldMk cId="191770549" sldId="256"/>
            <ac:spMk id="3" creationId="{00000000-0000-0000-0000-000000000000}"/>
          </ac:spMkLst>
        </pc:spChg>
      </pc:sldChg>
      <pc:sldChg chg="addSp delSp modSp del mod ord modShow">
        <pc:chgData name="Shenyang Huang" userId="1ff0613d-c06d-494b-8919-b015a9b764cd" providerId="ADAL" clId="{7FDB913F-97BE-4F33-ADAD-E8759F950D23}" dt="2023-07-06T04:17:47.740" v="4200" actId="47"/>
        <pc:sldMkLst>
          <pc:docMk/>
          <pc:sldMk cId="3433881444" sldId="257"/>
        </pc:sldMkLst>
        <pc:spChg chg="mod">
          <ac:chgData name="Shenyang Huang" userId="1ff0613d-c06d-494b-8919-b015a9b764cd" providerId="ADAL" clId="{7FDB913F-97BE-4F33-ADAD-E8759F950D23}" dt="2023-07-06T03:07:47.791" v="68" actId="20577"/>
          <ac:spMkLst>
            <pc:docMk/>
            <pc:sldMk cId="3433881444" sldId="257"/>
            <ac:spMk id="2" creationId="{00000000-0000-0000-0000-000000000000}"/>
          </ac:spMkLst>
        </pc:spChg>
        <pc:spChg chg="add del">
          <ac:chgData name="Shenyang Huang" userId="1ff0613d-c06d-494b-8919-b015a9b764cd" providerId="ADAL" clId="{7FDB913F-97BE-4F33-ADAD-E8759F950D23}" dt="2023-07-06T03:38:32.113" v="2608" actId="478"/>
          <ac:spMkLst>
            <pc:docMk/>
            <pc:sldMk cId="3433881444" sldId="257"/>
            <ac:spMk id="5" creationId="{B86E6FD5-18D2-1D76-3CB6-A3A54277D4C9}"/>
          </ac:spMkLst>
        </pc:spChg>
      </pc:sldChg>
      <pc:sldChg chg="del mod ord modShow">
        <pc:chgData name="Shenyang Huang" userId="1ff0613d-c06d-494b-8919-b015a9b764cd" providerId="ADAL" clId="{7FDB913F-97BE-4F33-ADAD-E8759F950D23}" dt="2023-07-06T04:17:53.979" v="4201" actId="47"/>
        <pc:sldMkLst>
          <pc:docMk/>
          <pc:sldMk cId="4186171485" sldId="259"/>
        </pc:sldMkLst>
      </pc:sldChg>
      <pc:sldChg chg="addSp delSp modSp add mod ord addAnim delAnim modAnim modShow addCm">
        <pc:chgData name="Shenyang Huang" userId="1ff0613d-c06d-494b-8919-b015a9b764cd" providerId="ADAL" clId="{7FDB913F-97BE-4F33-ADAD-E8759F950D23}" dt="2023-07-11T03:07:43.476" v="15501"/>
        <pc:sldMkLst>
          <pc:docMk/>
          <pc:sldMk cId="2484044145" sldId="260"/>
        </pc:sldMkLst>
        <pc:spChg chg="mod">
          <ac:chgData name="Shenyang Huang" userId="1ff0613d-c06d-494b-8919-b015a9b764cd" providerId="ADAL" clId="{7FDB913F-97BE-4F33-ADAD-E8759F950D23}" dt="2023-07-07T12:16:53.557" v="9074" actId="207"/>
          <ac:spMkLst>
            <pc:docMk/>
            <pc:sldMk cId="2484044145" sldId="260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07T12:17:03.226" v="9076" actId="207"/>
          <ac:spMkLst>
            <pc:docMk/>
            <pc:sldMk cId="2484044145" sldId="260"/>
            <ac:spMk id="3" creationId="{00000000-0000-0000-0000-000000000000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4" creationId="{6215BE48-0A6B-B562-47A2-28132201A547}"/>
          </ac:spMkLst>
        </pc:spChg>
        <pc:spChg chg="del">
          <ac:chgData name="Shenyang Huang" userId="1ff0613d-c06d-494b-8919-b015a9b764cd" providerId="ADAL" clId="{7FDB913F-97BE-4F33-ADAD-E8759F950D23}" dt="2023-07-06T03:10:32.233" v="107" actId="478"/>
          <ac:spMkLst>
            <pc:docMk/>
            <pc:sldMk cId="2484044145" sldId="260"/>
            <ac:spMk id="5" creationId="{B86E6FD5-18D2-1D76-3CB6-A3A54277D4C9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6" creationId="{0891D7DC-B76D-0F58-0E23-B21A590806BB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7" creationId="{F24B9CF6-B58A-4E35-B01E-8B3CC3612B32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8" creationId="{80D9CA46-D385-CCA4-8FFE-BE48EB6F646E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9" creationId="{92EBF42E-D089-CBE5-A089-581845DE8926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10" creationId="{61131DC5-389D-B541-441D-FD83ECCE856F}"/>
          </ac:spMkLst>
        </pc:spChg>
        <pc:spChg chg="add del mod">
          <ac:chgData name="Shenyang Huang" userId="1ff0613d-c06d-494b-8919-b015a9b764cd" providerId="ADAL" clId="{7FDB913F-97BE-4F33-ADAD-E8759F950D23}" dt="2023-07-06T03:28:26.413" v="1983"/>
          <ac:spMkLst>
            <pc:docMk/>
            <pc:sldMk cId="2484044145" sldId="260"/>
            <ac:spMk id="11" creationId="{5AEDBDC9-183F-8749-8EC4-8B3A644D7C5C}"/>
          </ac:spMkLst>
        </pc:spChg>
        <pc:cxnChg chg="add del mod">
          <ac:chgData name="Shenyang Huang" userId="1ff0613d-c06d-494b-8919-b015a9b764cd" providerId="ADAL" clId="{7FDB913F-97BE-4F33-ADAD-E8759F950D23}" dt="2023-07-06T03:28:26.413" v="1983"/>
          <ac:cxnSpMkLst>
            <pc:docMk/>
            <pc:sldMk cId="2484044145" sldId="260"/>
            <ac:cxnSpMk id="12" creationId="{8DFFBCA4-AE28-E8C0-B95F-D3EB3E46367E}"/>
          </ac:cxnSpMkLst>
        </pc:cxnChg>
        <pc:cxnChg chg="add del mod">
          <ac:chgData name="Shenyang Huang" userId="1ff0613d-c06d-494b-8919-b015a9b764cd" providerId="ADAL" clId="{7FDB913F-97BE-4F33-ADAD-E8759F950D23}" dt="2023-07-06T03:28:26.413" v="1983"/>
          <ac:cxnSpMkLst>
            <pc:docMk/>
            <pc:sldMk cId="2484044145" sldId="260"/>
            <ac:cxnSpMk id="13" creationId="{913EE2B3-B68B-67E5-86F2-A0369E6C86C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enyang Huang" userId="1ff0613d-c06d-494b-8919-b015a9b764cd" providerId="ADAL" clId="{7FDB913F-97BE-4F33-ADAD-E8759F950D23}" dt="2023-07-11T03:07:43.476" v="15501"/>
              <pc2:cmMkLst xmlns:pc2="http://schemas.microsoft.com/office/powerpoint/2019/9/main/command">
                <pc:docMk/>
                <pc:sldMk cId="2484044145" sldId="260"/>
                <pc2:cmMk id="{12B2E1B5-C4FA-4A07-9648-87E49793F34E}"/>
              </pc2:cmMkLst>
            </pc226:cmChg>
          </p:ext>
        </pc:extLst>
      </pc:sldChg>
      <pc:sldChg chg="addSp delSp modSp add del mod ord modShow">
        <pc:chgData name="Shenyang Huang" userId="1ff0613d-c06d-494b-8919-b015a9b764cd" providerId="ADAL" clId="{7FDB913F-97BE-4F33-ADAD-E8759F950D23}" dt="2023-07-08T13:12:35.679" v="11294" actId="47"/>
        <pc:sldMkLst>
          <pc:docMk/>
          <pc:sldMk cId="1866627752" sldId="261"/>
        </pc:sldMkLst>
        <pc:spChg chg="mod">
          <ac:chgData name="Shenyang Huang" userId="1ff0613d-c06d-494b-8919-b015a9b764cd" providerId="ADAL" clId="{7FDB913F-97BE-4F33-ADAD-E8759F950D23}" dt="2023-07-07T14:37:21.794" v="9088" actId="20577"/>
          <ac:spMkLst>
            <pc:docMk/>
            <pc:sldMk cId="1866627752" sldId="261"/>
            <ac:spMk id="2" creationId="{00000000-0000-0000-0000-000000000000}"/>
          </ac:spMkLst>
        </pc:spChg>
        <pc:spChg chg="del">
          <ac:chgData name="Shenyang Huang" userId="1ff0613d-c06d-494b-8919-b015a9b764cd" providerId="ADAL" clId="{7FDB913F-97BE-4F33-ADAD-E8759F950D23}" dt="2023-07-06T03:20:13.839" v="1525" actId="478"/>
          <ac:spMkLst>
            <pc:docMk/>
            <pc:sldMk cId="1866627752" sldId="261"/>
            <ac:spMk id="3" creationId="{00000000-0000-0000-0000-000000000000}"/>
          </ac:spMkLst>
        </pc:spChg>
        <pc:spChg chg="add del mod">
          <ac:chgData name="Shenyang Huang" userId="1ff0613d-c06d-494b-8919-b015a9b764cd" providerId="ADAL" clId="{7FDB913F-97BE-4F33-ADAD-E8759F950D23}" dt="2023-07-06T03:20:15.748" v="1526" actId="478"/>
          <ac:spMkLst>
            <pc:docMk/>
            <pc:sldMk cId="1866627752" sldId="261"/>
            <ac:spMk id="5" creationId="{711672ED-D17F-FBE1-D2AC-ACC1078B3C4C}"/>
          </ac:spMkLst>
        </pc:spChg>
        <pc:spChg chg="add mod">
          <ac:chgData name="Shenyang Huang" userId="1ff0613d-c06d-494b-8919-b015a9b764cd" providerId="ADAL" clId="{7FDB913F-97BE-4F33-ADAD-E8759F950D23}" dt="2023-07-06T03:26:11.659" v="1716" actId="1037"/>
          <ac:spMkLst>
            <pc:docMk/>
            <pc:sldMk cId="1866627752" sldId="261"/>
            <ac:spMk id="13" creationId="{DE1EEA3A-744D-245A-37C4-0431567A32F3}"/>
          </ac:spMkLst>
        </pc:spChg>
        <pc:spChg chg="add mod">
          <ac:chgData name="Shenyang Huang" userId="1ff0613d-c06d-494b-8919-b015a9b764cd" providerId="ADAL" clId="{7FDB913F-97BE-4F33-ADAD-E8759F950D23}" dt="2023-07-08T13:12:17.830" v="11291" actId="207"/>
          <ac:spMkLst>
            <pc:docMk/>
            <pc:sldMk cId="1866627752" sldId="261"/>
            <ac:spMk id="14" creationId="{9F4BE50C-C3DC-F407-88F5-1A0F9C24C79D}"/>
          </ac:spMkLst>
        </pc:spChg>
        <pc:spChg chg="add mod">
          <ac:chgData name="Shenyang Huang" userId="1ff0613d-c06d-494b-8919-b015a9b764cd" providerId="ADAL" clId="{7FDB913F-97BE-4F33-ADAD-E8759F950D23}" dt="2023-07-06T03:26:18.173" v="1746" actId="1038"/>
          <ac:spMkLst>
            <pc:docMk/>
            <pc:sldMk cId="1866627752" sldId="261"/>
            <ac:spMk id="15" creationId="{CDBB754B-1748-69E6-8188-33363B3FE158}"/>
          </ac:spMkLst>
        </pc:spChg>
        <pc:spChg chg="add mod">
          <ac:chgData name="Shenyang Huang" userId="1ff0613d-c06d-494b-8919-b015a9b764cd" providerId="ADAL" clId="{7FDB913F-97BE-4F33-ADAD-E8759F950D23}" dt="2023-07-08T13:12:17.830" v="11291" actId="207"/>
          <ac:spMkLst>
            <pc:docMk/>
            <pc:sldMk cId="1866627752" sldId="261"/>
            <ac:spMk id="16" creationId="{5A79C3F0-0198-C155-F202-5DC1451A791A}"/>
          </ac:spMkLst>
        </pc:spChg>
        <pc:spChg chg="add mod">
          <ac:chgData name="Shenyang Huang" userId="1ff0613d-c06d-494b-8919-b015a9b764cd" providerId="ADAL" clId="{7FDB913F-97BE-4F33-ADAD-E8759F950D23}" dt="2023-07-06T03:26:11.659" v="1716" actId="1037"/>
          <ac:spMkLst>
            <pc:docMk/>
            <pc:sldMk cId="1866627752" sldId="261"/>
            <ac:spMk id="17" creationId="{C4FF7D69-3709-7DF0-CBF9-6DB5E5A59058}"/>
          </ac:spMkLst>
        </pc:spChg>
        <pc:spChg chg="add mod">
          <ac:chgData name="Shenyang Huang" userId="1ff0613d-c06d-494b-8919-b015a9b764cd" providerId="ADAL" clId="{7FDB913F-97BE-4F33-ADAD-E8759F950D23}" dt="2023-07-06T03:26:18.173" v="1746" actId="1038"/>
          <ac:spMkLst>
            <pc:docMk/>
            <pc:sldMk cId="1866627752" sldId="261"/>
            <ac:spMk id="18" creationId="{442672E5-37BB-549F-20E0-3AD04B83E6E9}"/>
          </ac:spMkLst>
        </pc:spChg>
        <pc:spChg chg="add mod">
          <ac:chgData name="Shenyang Huang" userId="1ff0613d-c06d-494b-8919-b015a9b764cd" providerId="ADAL" clId="{7FDB913F-97BE-4F33-ADAD-E8759F950D23}" dt="2023-07-07T11:20:34.064" v="7727" actId="14100"/>
          <ac:spMkLst>
            <pc:docMk/>
            <pc:sldMk cId="1866627752" sldId="261"/>
            <ac:spMk id="19" creationId="{B7AEDE6C-077A-70E6-59B1-2F0282172B4D}"/>
          </ac:spMkLst>
        </pc:spChg>
        <pc:spChg chg="add mod">
          <ac:chgData name="Shenyang Huang" userId="1ff0613d-c06d-494b-8919-b015a9b764cd" providerId="ADAL" clId="{7FDB913F-97BE-4F33-ADAD-E8759F950D23}" dt="2023-07-06T03:29:42.786" v="2020" actId="1076"/>
          <ac:spMkLst>
            <pc:docMk/>
            <pc:sldMk cId="1866627752" sldId="261"/>
            <ac:spMk id="21" creationId="{7CD69972-9BD7-E2F6-DE52-4250E742671E}"/>
          </ac:spMkLst>
        </pc:spChg>
        <pc:spChg chg="add mod">
          <ac:chgData name="Shenyang Huang" userId="1ff0613d-c06d-494b-8919-b015a9b764cd" providerId="ADAL" clId="{7FDB913F-97BE-4F33-ADAD-E8759F950D23}" dt="2023-07-08T13:12:13.678" v="11290" actId="207"/>
          <ac:spMkLst>
            <pc:docMk/>
            <pc:sldMk cId="1866627752" sldId="261"/>
            <ac:spMk id="22" creationId="{3E4EF2D9-07B7-4227-D512-5C187C381C2E}"/>
          </ac:spMkLst>
        </pc:spChg>
        <pc:spChg chg="add mod">
          <ac:chgData name="Shenyang Huang" userId="1ff0613d-c06d-494b-8919-b015a9b764cd" providerId="ADAL" clId="{7FDB913F-97BE-4F33-ADAD-E8759F950D23}" dt="2023-07-06T03:26:51.635" v="1796" actId="1037"/>
          <ac:spMkLst>
            <pc:docMk/>
            <pc:sldMk cId="1866627752" sldId="261"/>
            <ac:spMk id="24" creationId="{DF964759-3960-E64E-8229-4247214B8FA3}"/>
          </ac:spMkLst>
        </pc:spChg>
        <pc:spChg chg="add mod">
          <ac:chgData name="Shenyang Huang" userId="1ff0613d-c06d-494b-8919-b015a9b764cd" providerId="ADAL" clId="{7FDB913F-97BE-4F33-ADAD-E8759F950D23}" dt="2023-07-08T13:12:17.830" v="11291" actId="207"/>
          <ac:spMkLst>
            <pc:docMk/>
            <pc:sldMk cId="1866627752" sldId="261"/>
            <ac:spMk id="25" creationId="{31081738-4DC4-9682-E5D8-0D9DD1F08560}"/>
          </ac:spMkLst>
        </pc:spChg>
        <pc:spChg chg="add mod">
          <ac:chgData name="Shenyang Huang" userId="1ff0613d-c06d-494b-8919-b015a9b764cd" providerId="ADAL" clId="{7FDB913F-97BE-4F33-ADAD-E8759F950D23}" dt="2023-07-06T03:26:51.635" v="1796" actId="1037"/>
          <ac:spMkLst>
            <pc:docMk/>
            <pc:sldMk cId="1866627752" sldId="261"/>
            <ac:spMk id="26" creationId="{AA7457E6-5EB3-348F-1605-6F7692C6C05C}"/>
          </ac:spMkLst>
        </pc:spChg>
        <pc:spChg chg="add mod">
          <ac:chgData name="Shenyang Huang" userId="1ff0613d-c06d-494b-8919-b015a9b764cd" providerId="ADAL" clId="{7FDB913F-97BE-4F33-ADAD-E8759F950D23}" dt="2023-07-08T13:12:17.830" v="11291" actId="207"/>
          <ac:spMkLst>
            <pc:docMk/>
            <pc:sldMk cId="1866627752" sldId="261"/>
            <ac:spMk id="27" creationId="{36E8FD78-88B4-3539-6BDF-F61798EDDAA6}"/>
          </ac:spMkLst>
        </pc:spChg>
        <pc:spChg chg="add mod">
          <ac:chgData name="Shenyang Huang" userId="1ff0613d-c06d-494b-8919-b015a9b764cd" providerId="ADAL" clId="{7FDB913F-97BE-4F33-ADAD-E8759F950D23}" dt="2023-07-06T03:26:51.635" v="1796" actId="1037"/>
          <ac:spMkLst>
            <pc:docMk/>
            <pc:sldMk cId="1866627752" sldId="261"/>
            <ac:spMk id="28" creationId="{D8EACA8D-E4B6-9C51-8DD5-26AB0E8607FD}"/>
          </ac:spMkLst>
        </pc:spChg>
        <pc:spChg chg="add mod">
          <ac:chgData name="Shenyang Huang" userId="1ff0613d-c06d-494b-8919-b015a9b764cd" providerId="ADAL" clId="{7FDB913F-97BE-4F33-ADAD-E8759F950D23}" dt="2023-07-06T03:26:51.635" v="1796" actId="1037"/>
          <ac:spMkLst>
            <pc:docMk/>
            <pc:sldMk cId="1866627752" sldId="261"/>
            <ac:spMk id="29" creationId="{268B7887-1810-41A2-AC4E-9FB722EC4DEB}"/>
          </ac:spMkLst>
        </pc:spChg>
        <pc:spChg chg="add mod">
          <ac:chgData name="Shenyang Huang" userId="1ff0613d-c06d-494b-8919-b015a9b764cd" providerId="ADAL" clId="{7FDB913F-97BE-4F33-ADAD-E8759F950D23}" dt="2023-07-07T11:20:37.513" v="7730" actId="20577"/>
          <ac:spMkLst>
            <pc:docMk/>
            <pc:sldMk cId="1866627752" sldId="261"/>
            <ac:spMk id="30" creationId="{A5358842-927E-CED9-3FBE-3AF45EFAC795}"/>
          </ac:spMkLst>
        </pc:spChg>
        <pc:cxnChg chg="add del">
          <ac:chgData name="Shenyang Huang" userId="1ff0613d-c06d-494b-8919-b015a9b764cd" providerId="ADAL" clId="{7FDB913F-97BE-4F33-ADAD-E8759F950D23}" dt="2023-07-06T03:20:37.306" v="1528" actId="11529"/>
          <ac:cxnSpMkLst>
            <pc:docMk/>
            <pc:sldMk cId="1866627752" sldId="261"/>
            <ac:cxnSpMk id="7" creationId="{2AC1D368-CAEF-685B-48C2-B0E6EDD5964A}"/>
          </ac:cxnSpMkLst>
        </pc:cxnChg>
        <pc:cxnChg chg="add mod ord">
          <ac:chgData name="Shenyang Huang" userId="1ff0613d-c06d-494b-8919-b015a9b764cd" providerId="ADAL" clId="{7FDB913F-97BE-4F33-ADAD-E8759F950D23}" dt="2023-07-06T03:26:33.431" v="1752" actId="166"/>
          <ac:cxnSpMkLst>
            <pc:docMk/>
            <pc:sldMk cId="1866627752" sldId="261"/>
            <ac:cxnSpMk id="9" creationId="{8AD6AC06-B03E-6ECD-DD9F-0EA2EB1B1DA8}"/>
          </ac:cxnSpMkLst>
        </pc:cxnChg>
        <pc:cxnChg chg="add mod ord">
          <ac:chgData name="Shenyang Huang" userId="1ff0613d-c06d-494b-8919-b015a9b764cd" providerId="ADAL" clId="{7FDB913F-97BE-4F33-ADAD-E8759F950D23}" dt="2023-07-06T03:26:33.431" v="1752" actId="166"/>
          <ac:cxnSpMkLst>
            <pc:docMk/>
            <pc:sldMk cId="1866627752" sldId="261"/>
            <ac:cxnSpMk id="11" creationId="{09D9D1FA-370D-E913-3EB4-3EA8407F1D0F}"/>
          </ac:cxnSpMkLst>
        </pc:cxnChg>
        <pc:cxnChg chg="add mod">
          <ac:chgData name="Shenyang Huang" userId="1ff0613d-c06d-494b-8919-b015a9b764cd" providerId="ADAL" clId="{7FDB913F-97BE-4F33-ADAD-E8759F950D23}" dt="2023-07-06T03:26:51.635" v="1796" actId="1037"/>
          <ac:cxnSpMkLst>
            <pc:docMk/>
            <pc:sldMk cId="1866627752" sldId="261"/>
            <ac:cxnSpMk id="31" creationId="{9A52D99E-3624-B9EC-C42E-F456AA67CECA}"/>
          </ac:cxnSpMkLst>
        </pc:cxnChg>
        <pc:cxnChg chg="add mod">
          <ac:chgData name="Shenyang Huang" userId="1ff0613d-c06d-494b-8919-b015a9b764cd" providerId="ADAL" clId="{7FDB913F-97BE-4F33-ADAD-E8759F950D23}" dt="2023-07-06T03:26:51.635" v="1796" actId="1037"/>
          <ac:cxnSpMkLst>
            <pc:docMk/>
            <pc:sldMk cId="1866627752" sldId="261"/>
            <ac:cxnSpMk id="32" creationId="{4E8409E8-6C75-47DF-D17F-56FFBB6E526F}"/>
          </ac:cxnSpMkLst>
        </pc:cxnChg>
      </pc:sldChg>
      <pc:sldChg chg="addSp delSp modSp add mod ord modAnim">
        <pc:chgData name="Shenyang Huang" userId="1ff0613d-c06d-494b-8919-b015a9b764cd" providerId="ADAL" clId="{7FDB913F-97BE-4F33-ADAD-E8759F950D23}" dt="2023-07-08T07:35:40.224" v="9264" actId="14100"/>
        <pc:sldMkLst>
          <pc:docMk/>
          <pc:sldMk cId="50814118" sldId="262"/>
        </pc:sldMkLst>
        <pc:spChg chg="mod">
          <ac:chgData name="Shenyang Huang" userId="1ff0613d-c06d-494b-8919-b015a9b764cd" providerId="ADAL" clId="{7FDB913F-97BE-4F33-ADAD-E8759F950D23}" dt="2023-07-06T03:37:07.061" v="2536"/>
          <ac:spMkLst>
            <pc:docMk/>
            <pc:sldMk cId="50814118" sldId="262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08T07:35:40.224" v="9264" actId="14100"/>
          <ac:spMkLst>
            <pc:docMk/>
            <pc:sldMk cId="50814118" sldId="262"/>
            <ac:spMk id="3" creationId="{00000000-0000-0000-0000-000000000000}"/>
          </ac:spMkLst>
        </pc:spChg>
        <pc:picChg chg="add del mod">
          <ac:chgData name="Shenyang Huang" userId="1ff0613d-c06d-494b-8919-b015a9b764cd" providerId="ADAL" clId="{7FDB913F-97BE-4F33-ADAD-E8759F950D23}" dt="2023-07-06T03:36:44.632" v="2508" actId="478"/>
          <ac:picMkLst>
            <pc:docMk/>
            <pc:sldMk cId="50814118" sldId="262"/>
            <ac:picMk id="5" creationId="{7950712A-FFAE-E086-4800-8C520EF2AA1C}"/>
          </ac:picMkLst>
        </pc:picChg>
        <pc:picChg chg="add mod">
          <ac:chgData name="Shenyang Huang" userId="1ff0613d-c06d-494b-8919-b015a9b764cd" providerId="ADAL" clId="{7FDB913F-97BE-4F33-ADAD-E8759F950D23}" dt="2023-07-06T03:36:53.199" v="2513" actId="1076"/>
          <ac:picMkLst>
            <pc:docMk/>
            <pc:sldMk cId="50814118" sldId="262"/>
            <ac:picMk id="6" creationId="{4A59CECC-3013-1697-DB76-D42854B95E96}"/>
          </ac:picMkLst>
        </pc:picChg>
      </pc:sldChg>
      <pc:sldChg chg="addSp delSp modSp add mod ord modShow">
        <pc:chgData name="Shenyang Huang" userId="1ff0613d-c06d-494b-8919-b015a9b764cd" providerId="ADAL" clId="{7FDB913F-97BE-4F33-ADAD-E8759F950D23}" dt="2023-07-06T03:36:39.827" v="2507" actId="478"/>
        <pc:sldMkLst>
          <pc:docMk/>
          <pc:sldMk cId="3068167164" sldId="410"/>
        </pc:sldMkLst>
        <pc:spChg chg="add del mod">
          <ac:chgData name="Shenyang Huang" userId="1ff0613d-c06d-494b-8919-b015a9b764cd" providerId="ADAL" clId="{7FDB913F-97BE-4F33-ADAD-E8759F950D23}" dt="2023-07-06T03:36:36.680" v="2506" actId="478"/>
          <ac:spMkLst>
            <pc:docMk/>
            <pc:sldMk cId="3068167164" sldId="410"/>
            <ac:spMk id="2" creationId="{E0733C1A-A74D-C7C6-7AC6-C068D552C562}"/>
          </ac:spMkLst>
        </pc:spChg>
        <pc:spChg chg="add del mod">
          <ac:chgData name="Shenyang Huang" userId="1ff0613d-c06d-494b-8919-b015a9b764cd" providerId="ADAL" clId="{7FDB913F-97BE-4F33-ADAD-E8759F950D23}" dt="2023-07-06T03:36:39.827" v="2507" actId="478"/>
          <ac:spMkLst>
            <pc:docMk/>
            <pc:sldMk cId="3068167164" sldId="410"/>
            <ac:spMk id="8" creationId="{23AF1FF6-4613-71EC-F258-AC408ABCC360}"/>
          </ac:spMkLst>
        </pc:spChg>
      </pc:sldChg>
      <pc:sldChg chg="modSp new del mod">
        <pc:chgData name="Shenyang Huang" userId="1ff0613d-c06d-494b-8919-b015a9b764cd" providerId="ADAL" clId="{7FDB913F-97BE-4F33-ADAD-E8759F950D23}" dt="2023-07-08T10:54:45.622" v="10245" actId="47"/>
        <pc:sldMkLst>
          <pc:docMk/>
          <pc:sldMk cId="2212218245" sldId="411"/>
        </pc:sldMkLst>
        <pc:spChg chg="mod">
          <ac:chgData name="Shenyang Huang" userId="1ff0613d-c06d-494b-8919-b015a9b764cd" providerId="ADAL" clId="{7FDB913F-97BE-4F33-ADAD-E8759F950D23}" dt="2023-07-08T10:49:58.589" v="10164" actId="20577"/>
          <ac:spMkLst>
            <pc:docMk/>
            <pc:sldMk cId="2212218245" sldId="411"/>
            <ac:spMk id="2" creationId="{BAE79EB7-9564-C925-8FEC-255503487CEE}"/>
          </ac:spMkLst>
        </pc:spChg>
        <pc:spChg chg="mod">
          <ac:chgData name="Shenyang Huang" userId="1ff0613d-c06d-494b-8919-b015a9b764cd" providerId="ADAL" clId="{7FDB913F-97BE-4F33-ADAD-E8759F950D23}" dt="2023-07-08T10:54:42.985" v="10244" actId="20577"/>
          <ac:spMkLst>
            <pc:docMk/>
            <pc:sldMk cId="2212218245" sldId="411"/>
            <ac:spMk id="3" creationId="{8AA2CAA0-FAA1-84EC-A726-96D6EE5ABE16}"/>
          </ac:spMkLst>
        </pc:spChg>
      </pc:sldChg>
      <pc:sldChg chg="addSp delSp modSp add mod modAnim modShow modNotesTx">
        <pc:chgData name="Shenyang Huang" userId="1ff0613d-c06d-494b-8919-b015a9b764cd" providerId="ADAL" clId="{7FDB913F-97BE-4F33-ADAD-E8759F950D23}" dt="2023-07-11T03:14:37.760" v="15867" actId="20577"/>
        <pc:sldMkLst>
          <pc:docMk/>
          <pc:sldMk cId="3154016763" sldId="412"/>
        </pc:sldMkLst>
        <pc:spChg chg="mod">
          <ac:chgData name="Shenyang Huang" userId="1ff0613d-c06d-494b-8919-b015a9b764cd" providerId="ADAL" clId="{7FDB913F-97BE-4F33-ADAD-E8759F950D23}" dt="2023-07-06T03:44:00.955" v="2958" actId="6549"/>
          <ac:spMkLst>
            <pc:docMk/>
            <pc:sldMk cId="3154016763" sldId="412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1T03:14:37.760" v="15867" actId="20577"/>
          <ac:spMkLst>
            <pc:docMk/>
            <pc:sldMk cId="3154016763" sldId="412"/>
            <ac:spMk id="3" creationId="{00000000-0000-0000-0000-000000000000}"/>
          </ac:spMkLst>
        </pc:spChg>
        <pc:spChg chg="del">
          <ac:chgData name="Shenyang Huang" userId="1ff0613d-c06d-494b-8919-b015a9b764cd" providerId="ADAL" clId="{7FDB913F-97BE-4F33-ADAD-E8759F950D23}" dt="2023-07-06T03:38:29.559" v="2607" actId="478"/>
          <ac:spMkLst>
            <pc:docMk/>
            <pc:sldMk cId="3154016763" sldId="412"/>
            <ac:spMk id="5" creationId="{B86E6FD5-18D2-1D76-3CB6-A3A54277D4C9}"/>
          </ac:spMkLst>
        </pc:spChg>
        <pc:spChg chg="add del mod">
          <ac:chgData name="Shenyang Huang" userId="1ff0613d-c06d-494b-8919-b015a9b764cd" providerId="ADAL" clId="{7FDB913F-97BE-4F33-ADAD-E8759F950D23}" dt="2023-07-06T03:41:04.592" v="2730" actId="478"/>
          <ac:spMkLst>
            <pc:docMk/>
            <pc:sldMk cId="3154016763" sldId="412"/>
            <ac:spMk id="7" creationId="{D2AD14F6-CDA1-B148-BAB3-6126BB364686}"/>
          </ac:spMkLst>
        </pc:spChg>
        <pc:picChg chg="add mod">
          <ac:chgData name="Shenyang Huang" userId="1ff0613d-c06d-494b-8919-b015a9b764cd" providerId="ADAL" clId="{7FDB913F-97BE-4F33-ADAD-E8759F950D23}" dt="2023-07-08T07:38:46.909" v="9357" actId="1076"/>
          <ac:picMkLst>
            <pc:docMk/>
            <pc:sldMk cId="3154016763" sldId="412"/>
            <ac:picMk id="4" creationId="{5E1D928D-BEED-ECF2-3A35-209A492A44B3}"/>
          </ac:picMkLst>
        </pc:picChg>
      </pc:sldChg>
      <pc:sldChg chg="addSp modSp add mod ord modShow">
        <pc:chgData name="Shenyang Huang" userId="1ff0613d-c06d-494b-8919-b015a9b764cd" providerId="ADAL" clId="{7FDB913F-97BE-4F33-ADAD-E8759F950D23}" dt="2023-07-11T03:08:01.597" v="15530" actId="13926"/>
        <pc:sldMkLst>
          <pc:docMk/>
          <pc:sldMk cId="1919693710" sldId="413"/>
        </pc:sldMkLst>
        <pc:spChg chg="mod">
          <ac:chgData name="Shenyang Huang" userId="1ff0613d-c06d-494b-8919-b015a9b764cd" providerId="ADAL" clId="{7FDB913F-97BE-4F33-ADAD-E8759F950D23}" dt="2023-07-08T07:35:09.591" v="9256" actId="13926"/>
          <ac:spMkLst>
            <pc:docMk/>
            <pc:sldMk cId="1919693710" sldId="413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1T03:08:01.597" v="15530" actId="13926"/>
          <ac:spMkLst>
            <pc:docMk/>
            <pc:sldMk cId="1919693710" sldId="413"/>
            <ac:spMk id="3" creationId="{00000000-0000-0000-0000-000000000000}"/>
          </ac:spMkLst>
        </pc:spChg>
        <pc:picChg chg="add mod">
          <ac:chgData name="Shenyang Huang" userId="1ff0613d-c06d-494b-8919-b015a9b764cd" providerId="ADAL" clId="{7FDB913F-97BE-4F33-ADAD-E8759F950D23}" dt="2023-07-08T07:34:41.818" v="9228" actId="1076"/>
          <ac:picMkLst>
            <pc:docMk/>
            <pc:sldMk cId="1919693710" sldId="413"/>
            <ac:picMk id="6" creationId="{A9E6B859-C405-0146-D745-14CA1A79841E}"/>
          </ac:picMkLst>
        </pc:picChg>
      </pc:sldChg>
      <pc:sldChg chg="addSp delSp modSp add mod addAnim delAnim modAnim">
        <pc:chgData name="Shenyang Huang" userId="1ff0613d-c06d-494b-8919-b015a9b764cd" providerId="ADAL" clId="{7FDB913F-97BE-4F33-ADAD-E8759F950D23}" dt="2023-07-11T03:15:12.242" v="15895" actId="20577"/>
        <pc:sldMkLst>
          <pc:docMk/>
          <pc:sldMk cId="389857016" sldId="414"/>
        </pc:sldMkLst>
        <pc:spChg chg="del mod">
          <ac:chgData name="Shenyang Huang" userId="1ff0613d-c06d-494b-8919-b015a9b764cd" providerId="ADAL" clId="{7FDB913F-97BE-4F33-ADAD-E8759F950D23}" dt="2023-07-06T04:18:27.646" v="4213" actId="478"/>
          <ac:spMkLst>
            <pc:docMk/>
            <pc:sldMk cId="389857016" sldId="414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1T03:15:12.242" v="15895" actId="20577"/>
          <ac:spMkLst>
            <pc:docMk/>
            <pc:sldMk cId="389857016" sldId="414"/>
            <ac:spMk id="3" creationId="{00000000-0000-0000-0000-000000000000}"/>
          </ac:spMkLst>
        </pc:spChg>
        <pc:spChg chg="add del mod">
          <ac:chgData name="Shenyang Huang" userId="1ff0613d-c06d-494b-8919-b015a9b764cd" providerId="ADAL" clId="{7FDB913F-97BE-4F33-ADAD-E8759F950D23}" dt="2023-07-06T04:18:26.675" v="4212"/>
          <ac:spMkLst>
            <pc:docMk/>
            <pc:sldMk cId="389857016" sldId="414"/>
            <ac:spMk id="5" creationId="{EB5BD443-403F-A5AB-FAF4-EB62DE18E18D}"/>
          </ac:spMkLst>
        </pc:spChg>
        <pc:spChg chg="add mod">
          <ac:chgData name="Shenyang Huang" userId="1ff0613d-c06d-494b-8919-b015a9b764cd" providerId="ADAL" clId="{7FDB913F-97BE-4F33-ADAD-E8759F950D23}" dt="2023-07-06T04:18:58.860" v="4283" actId="21"/>
          <ac:spMkLst>
            <pc:docMk/>
            <pc:sldMk cId="389857016" sldId="414"/>
            <ac:spMk id="7" creationId="{6EB580B6-A26A-FAB3-8D94-96ABCAC6617B}"/>
          </ac:spMkLst>
        </pc:spChg>
        <pc:picChg chg="add del">
          <ac:chgData name="Shenyang Huang" userId="1ff0613d-c06d-494b-8919-b015a9b764cd" providerId="ADAL" clId="{7FDB913F-97BE-4F33-ADAD-E8759F950D23}" dt="2023-07-08T07:53:38.481" v="9614" actId="21"/>
          <ac:picMkLst>
            <pc:docMk/>
            <pc:sldMk cId="389857016" sldId="414"/>
            <ac:picMk id="5" creationId="{3C9F3F9B-6625-CE82-2205-515878AF429C}"/>
          </ac:picMkLst>
        </pc:picChg>
      </pc:sldChg>
      <pc:sldChg chg="modSp add mod ord">
        <pc:chgData name="Shenyang Huang" userId="1ff0613d-c06d-494b-8919-b015a9b764cd" providerId="ADAL" clId="{7FDB913F-97BE-4F33-ADAD-E8759F950D23}" dt="2023-07-11T03:08:06.711" v="15531" actId="13926"/>
        <pc:sldMkLst>
          <pc:docMk/>
          <pc:sldMk cId="1982240086" sldId="415"/>
        </pc:sldMkLst>
        <pc:spChg chg="mod">
          <ac:chgData name="Shenyang Huang" userId="1ff0613d-c06d-494b-8919-b015a9b764cd" providerId="ADAL" clId="{7FDB913F-97BE-4F33-ADAD-E8759F950D23}" dt="2023-07-08T07:36:20.243" v="9312" actId="13926"/>
          <ac:spMkLst>
            <pc:docMk/>
            <pc:sldMk cId="1982240086" sldId="415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1T03:08:06.711" v="15531" actId="13926"/>
          <ac:spMkLst>
            <pc:docMk/>
            <pc:sldMk cId="1982240086" sldId="415"/>
            <ac:spMk id="3" creationId="{00000000-0000-0000-0000-000000000000}"/>
          </ac:spMkLst>
        </pc:spChg>
      </pc:sldChg>
      <pc:sldChg chg="addSp delSp modSp add mod setBg delAnim modAnim modNotesTx">
        <pc:chgData name="Shenyang Huang" userId="1ff0613d-c06d-494b-8919-b015a9b764cd" providerId="ADAL" clId="{7FDB913F-97BE-4F33-ADAD-E8759F950D23}" dt="2023-07-11T03:44:56.450" v="16129" actId="13926"/>
        <pc:sldMkLst>
          <pc:docMk/>
          <pc:sldMk cId="3520921856" sldId="416"/>
        </pc:sldMkLst>
        <pc:spChg chg="mod ord">
          <ac:chgData name="Shenyang Huang" userId="1ff0613d-c06d-494b-8919-b015a9b764cd" providerId="ADAL" clId="{7FDB913F-97BE-4F33-ADAD-E8759F950D23}" dt="2023-07-11T03:44:56.450" v="16129" actId="13926"/>
          <ac:spMkLst>
            <pc:docMk/>
            <pc:sldMk cId="3520921856" sldId="416"/>
            <ac:spMk id="3" creationId="{00000000-0000-0000-0000-000000000000}"/>
          </ac:spMkLst>
        </pc:spChg>
        <pc:spChg chg="mod ord">
          <ac:chgData name="Shenyang Huang" userId="1ff0613d-c06d-494b-8919-b015a9b764cd" providerId="ADAL" clId="{7FDB913F-97BE-4F33-ADAD-E8759F950D23}" dt="2023-07-08T12:56:49.506" v="10763" actId="26606"/>
          <ac:spMkLst>
            <pc:docMk/>
            <pc:sldMk cId="3520921856" sldId="416"/>
            <ac:spMk id="4" creationId="{35E46632-0902-6E31-D4D2-3D6631692EBB}"/>
          </ac:spMkLst>
        </pc:spChg>
        <pc:spChg chg="add del">
          <ac:chgData name="Shenyang Huang" userId="1ff0613d-c06d-494b-8919-b015a9b764cd" providerId="ADAL" clId="{7FDB913F-97BE-4F33-ADAD-E8759F950D23}" dt="2023-07-08T07:55:41.062" v="9801"/>
          <ac:spMkLst>
            <pc:docMk/>
            <pc:sldMk cId="3520921856" sldId="416"/>
            <ac:spMk id="5" creationId="{8FA757AA-71FE-64BB-E882-236577AFE4BA}"/>
          </ac:spMkLst>
        </pc:spChg>
        <pc:spChg chg="mod">
          <ac:chgData name="Shenyang Huang" userId="1ff0613d-c06d-494b-8919-b015a9b764cd" providerId="ADAL" clId="{7FDB913F-97BE-4F33-ADAD-E8759F950D23}" dt="2023-07-08T12:56:49.506" v="10763" actId="26606"/>
          <ac:spMkLst>
            <pc:docMk/>
            <pc:sldMk cId="3520921856" sldId="416"/>
            <ac:spMk id="7" creationId="{6EB580B6-A26A-FAB3-8D94-96ABCAC6617B}"/>
          </ac:spMkLst>
        </pc:spChg>
        <pc:spChg chg="add del">
          <ac:chgData name="Shenyang Huang" userId="1ff0613d-c06d-494b-8919-b015a9b764cd" providerId="ADAL" clId="{7FDB913F-97BE-4F33-ADAD-E8759F950D23}" dt="2023-07-08T12:56:49.506" v="10763" actId="26606"/>
          <ac:spMkLst>
            <pc:docMk/>
            <pc:sldMk cId="3520921856" sldId="416"/>
            <ac:spMk id="19" creationId="{E3A94B9C-D3C5-C56F-07F6-A834189B380F}"/>
          </ac:spMkLst>
        </pc:spChg>
        <pc:spChg chg="add del">
          <ac:chgData name="Shenyang Huang" userId="1ff0613d-c06d-494b-8919-b015a9b764cd" providerId="ADAL" clId="{7FDB913F-97BE-4F33-ADAD-E8759F950D23}" dt="2023-07-08T12:56:49.506" v="10763" actId="26606"/>
          <ac:spMkLst>
            <pc:docMk/>
            <pc:sldMk cId="3520921856" sldId="416"/>
            <ac:spMk id="21" creationId="{08F72913-C480-59EE-C37C-20FC0B3DAD1B}"/>
          </ac:spMkLst>
        </pc:spChg>
        <pc:spChg chg="add del">
          <ac:chgData name="Shenyang Huang" userId="1ff0613d-c06d-494b-8919-b015a9b764cd" providerId="ADAL" clId="{7FDB913F-97BE-4F33-ADAD-E8759F950D23}" dt="2023-07-08T12:56:49.506" v="10763" actId="26606"/>
          <ac:spMkLst>
            <pc:docMk/>
            <pc:sldMk cId="3520921856" sldId="416"/>
            <ac:spMk id="23" creationId="{5D060B5E-AA35-C2C0-EB61-1506F4EAE636}"/>
          </ac:spMkLst>
        </pc:spChg>
        <pc:picChg chg="add del mod">
          <ac:chgData name="Shenyang Huang" userId="1ff0613d-c06d-494b-8919-b015a9b764cd" providerId="ADAL" clId="{7FDB913F-97BE-4F33-ADAD-E8759F950D23}" dt="2023-07-09T14:38:08.140" v="11758" actId="478"/>
          <ac:picMkLst>
            <pc:docMk/>
            <pc:sldMk cId="3520921856" sldId="416"/>
            <ac:picMk id="2" creationId="{637E1D43-3666-0097-CEA3-1E19D1FEA67F}"/>
          </ac:picMkLst>
        </pc:picChg>
        <pc:picChg chg="add del mod">
          <ac:chgData name="Shenyang Huang" userId="1ff0613d-c06d-494b-8919-b015a9b764cd" providerId="ADAL" clId="{7FDB913F-97BE-4F33-ADAD-E8759F950D23}" dt="2023-07-08T11:19:39.259" v="10311" actId="478"/>
          <ac:picMkLst>
            <pc:docMk/>
            <pc:sldMk cId="3520921856" sldId="416"/>
            <ac:picMk id="2" creationId="{8BA059C1-10CA-B64C-B981-FAFEE4352D45}"/>
          </ac:picMkLst>
        </pc:picChg>
        <pc:picChg chg="add mod">
          <ac:chgData name="Shenyang Huang" userId="1ff0613d-c06d-494b-8919-b015a9b764cd" providerId="ADAL" clId="{7FDB913F-97BE-4F33-ADAD-E8759F950D23}" dt="2023-07-11T03:15:39.741" v="15901" actId="571"/>
          <ac:picMkLst>
            <pc:docMk/>
            <pc:sldMk cId="3520921856" sldId="416"/>
            <ac:picMk id="2" creationId="{CDEF5254-2CB7-AA11-C1D8-7806C46BA248}"/>
          </ac:picMkLst>
        </pc:picChg>
        <pc:picChg chg="add del mod">
          <ac:chgData name="Shenyang Huang" userId="1ff0613d-c06d-494b-8919-b015a9b764cd" providerId="ADAL" clId="{7FDB913F-97BE-4F33-ADAD-E8759F950D23}" dt="2023-07-09T14:38:07.735" v="11757" actId="478"/>
          <ac:picMkLst>
            <pc:docMk/>
            <pc:sldMk cId="3520921856" sldId="416"/>
            <ac:picMk id="5" creationId="{99DBA018-166A-ED31-0F8A-5A17146AA1DD}"/>
          </ac:picMkLst>
        </pc:picChg>
        <pc:picChg chg="add mod">
          <ac:chgData name="Shenyang Huang" userId="1ff0613d-c06d-494b-8919-b015a9b764cd" providerId="ADAL" clId="{7FDB913F-97BE-4F33-ADAD-E8759F950D23}" dt="2023-07-11T03:15:42.291" v="15904" actId="1076"/>
          <ac:picMkLst>
            <pc:docMk/>
            <pc:sldMk cId="3520921856" sldId="416"/>
            <ac:picMk id="6" creationId="{2D5B480F-DE68-ED7B-B777-768AE87733DA}"/>
          </ac:picMkLst>
        </pc:picChg>
        <pc:picChg chg="add del mod">
          <ac:chgData name="Shenyang Huang" userId="1ff0613d-c06d-494b-8919-b015a9b764cd" providerId="ADAL" clId="{7FDB913F-97BE-4F33-ADAD-E8759F950D23}" dt="2023-07-08T08:03:15.030" v="9855" actId="478"/>
          <ac:picMkLst>
            <pc:docMk/>
            <pc:sldMk cId="3520921856" sldId="416"/>
            <ac:picMk id="8" creationId="{3D1405EF-A07E-3E1A-CBC9-75D62312BDE2}"/>
          </ac:picMkLst>
        </pc:picChg>
        <pc:picChg chg="add mod">
          <ac:chgData name="Shenyang Huang" userId="1ff0613d-c06d-494b-8919-b015a9b764cd" providerId="ADAL" clId="{7FDB913F-97BE-4F33-ADAD-E8759F950D23}" dt="2023-07-11T03:15:41.416" v="15903" actId="1076"/>
          <ac:picMkLst>
            <pc:docMk/>
            <pc:sldMk cId="3520921856" sldId="416"/>
            <ac:picMk id="8" creationId="{B486748A-E99E-E89C-63CD-CE9AE91E3B2F}"/>
          </ac:picMkLst>
        </pc:picChg>
        <pc:picChg chg="add del mod">
          <ac:chgData name="Shenyang Huang" userId="1ff0613d-c06d-494b-8919-b015a9b764cd" providerId="ADAL" clId="{7FDB913F-97BE-4F33-ADAD-E8759F950D23}" dt="2023-07-08T11:19:40.185" v="10312" actId="478"/>
          <ac:picMkLst>
            <pc:docMk/>
            <pc:sldMk cId="3520921856" sldId="416"/>
            <ac:picMk id="10" creationId="{58288C28-6293-A89D-4D42-E4B91B07DD98}"/>
          </ac:picMkLst>
        </pc:picChg>
        <pc:picChg chg="add del mod">
          <ac:chgData name="Shenyang Huang" userId="1ff0613d-c06d-494b-8919-b015a9b764cd" providerId="ADAL" clId="{7FDB913F-97BE-4F33-ADAD-E8759F950D23}" dt="2023-07-08T11:32:29.002" v="10363" actId="478"/>
          <ac:picMkLst>
            <pc:docMk/>
            <pc:sldMk cId="3520921856" sldId="416"/>
            <ac:picMk id="12" creationId="{65A67668-6505-8A95-A4D1-0A44078774E7}"/>
          </ac:picMkLst>
        </pc:picChg>
        <pc:picChg chg="add del mod">
          <ac:chgData name="Shenyang Huang" userId="1ff0613d-c06d-494b-8919-b015a9b764cd" providerId="ADAL" clId="{7FDB913F-97BE-4F33-ADAD-E8759F950D23}" dt="2023-07-11T03:15:27.239" v="15896" actId="478"/>
          <ac:picMkLst>
            <pc:docMk/>
            <pc:sldMk cId="3520921856" sldId="416"/>
            <ac:picMk id="14" creationId="{AD5C63E8-13B3-FBF8-618F-A9D9DF07EB1C}"/>
          </ac:picMkLst>
        </pc:picChg>
        <pc:picChg chg="add del">
          <ac:chgData name="Shenyang Huang" userId="1ff0613d-c06d-494b-8919-b015a9b764cd" providerId="ADAL" clId="{7FDB913F-97BE-4F33-ADAD-E8759F950D23}" dt="2023-07-08T11:36:43.104" v="10369" actId="21"/>
          <ac:picMkLst>
            <pc:docMk/>
            <pc:sldMk cId="3520921856" sldId="416"/>
            <ac:picMk id="16" creationId="{84B22137-8E1E-7506-F9B2-24A7987F2A80}"/>
          </ac:picMkLst>
        </pc:picChg>
        <pc:picChg chg="add del mod">
          <ac:chgData name="Shenyang Huang" userId="1ff0613d-c06d-494b-8919-b015a9b764cd" providerId="ADAL" clId="{7FDB913F-97BE-4F33-ADAD-E8759F950D23}" dt="2023-07-08T11:50:51.387" v="10512" actId="478"/>
          <ac:picMkLst>
            <pc:docMk/>
            <pc:sldMk cId="3520921856" sldId="416"/>
            <ac:picMk id="17" creationId="{CCFE6E19-D6D9-2AE7-0E8B-5514DA8839C6}"/>
          </ac:picMkLst>
        </pc:picChg>
      </pc:sldChg>
      <pc:sldChg chg="addSp delSp modSp add mod ord addAnim delAnim modAnim modShow">
        <pc:chgData name="Shenyang Huang" userId="1ff0613d-c06d-494b-8919-b015a9b764cd" providerId="ADAL" clId="{7FDB913F-97BE-4F33-ADAD-E8759F950D23}" dt="2023-07-07T12:17:52.941" v="9081"/>
        <pc:sldMkLst>
          <pc:docMk/>
          <pc:sldMk cId="746633010" sldId="417"/>
        </pc:sldMkLst>
        <pc:spChg chg="mod">
          <ac:chgData name="Shenyang Huang" userId="1ff0613d-c06d-494b-8919-b015a9b764cd" providerId="ADAL" clId="{7FDB913F-97BE-4F33-ADAD-E8759F950D23}" dt="2023-07-07T11:03:51.376" v="7459" actId="20577"/>
          <ac:spMkLst>
            <pc:docMk/>
            <pc:sldMk cId="746633010" sldId="417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07T11:05:03.691" v="7517" actId="20577"/>
          <ac:spMkLst>
            <pc:docMk/>
            <pc:sldMk cId="746633010" sldId="417"/>
            <ac:spMk id="3" creationId="{00000000-0000-0000-0000-000000000000}"/>
          </ac:spMkLst>
        </pc:spChg>
        <pc:picChg chg="add del mod">
          <ac:chgData name="Shenyang Huang" userId="1ff0613d-c06d-494b-8919-b015a9b764cd" providerId="ADAL" clId="{7FDB913F-97BE-4F33-ADAD-E8759F950D23}" dt="2023-07-06T06:49:57.887" v="6029" actId="478"/>
          <ac:picMkLst>
            <pc:docMk/>
            <pc:sldMk cId="746633010" sldId="417"/>
            <ac:picMk id="5" creationId="{1ACAAF02-691D-2996-6A24-FCBDE69052F7}"/>
          </ac:picMkLst>
        </pc:picChg>
        <pc:picChg chg="add del mod">
          <ac:chgData name="Shenyang Huang" userId="1ff0613d-c06d-494b-8919-b015a9b764cd" providerId="ADAL" clId="{7FDB913F-97BE-4F33-ADAD-E8759F950D23}" dt="2023-07-06T06:49:57.465" v="6028" actId="478"/>
          <ac:picMkLst>
            <pc:docMk/>
            <pc:sldMk cId="746633010" sldId="417"/>
            <ac:picMk id="7" creationId="{16E45EF4-557B-B3AD-912A-8A66540AEC83}"/>
          </ac:picMkLst>
        </pc:picChg>
      </pc:sldChg>
      <pc:sldChg chg="modSp add mod modAnim modShow">
        <pc:chgData name="Shenyang Huang" userId="1ff0613d-c06d-494b-8919-b015a9b764cd" providerId="ADAL" clId="{7FDB913F-97BE-4F33-ADAD-E8759F950D23}" dt="2023-07-07T12:17:48.918" v="9080"/>
        <pc:sldMkLst>
          <pc:docMk/>
          <pc:sldMk cId="1358184364" sldId="418"/>
        </pc:sldMkLst>
        <pc:spChg chg="mod">
          <ac:chgData name="Shenyang Huang" userId="1ff0613d-c06d-494b-8919-b015a9b764cd" providerId="ADAL" clId="{7FDB913F-97BE-4F33-ADAD-E8759F950D23}" dt="2023-07-07T11:25:46.508" v="7825" actId="113"/>
          <ac:spMkLst>
            <pc:docMk/>
            <pc:sldMk cId="1358184364" sldId="418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06T07:02:12.306" v="6200" actId="6549"/>
          <ac:spMkLst>
            <pc:docMk/>
            <pc:sldMk cId="1358184364" sldId="418"/>
            <ac:spMk id="3" creationId="{00000000-0000-0000-0000-000000000000}"/>
          </ac:spMkLst>
        </pc:spChg>
      </pc:sldChg>
      <pc:sldChg chg="addSp modSp new mod">
        <pc:chgData name="Shenyang Huang" userId="1ff0613d-c06d-494b-8919-b015a9b764cd" providerId="ADAL" clId="{7FDB913F-97BE-4F33-ADAD-E8759F950D23}" dt="2023-07-10T11:19:41.412" v="14023" actId="1076"/>
        <pc:sldMkLst>
          <pc:docMk/>
          <pc:sldMk cId="2937028395" sldId="419"/>
        </pc:sldMkLst>
        <pc:spChg chg="mod">
          <ac:chgData name="Shenyang Huang" userId="1ff0613d-c06d-494b-8919-b015a9b764cd" providerId="ADAL" clId="{7FDB913F-97BE-4F33-ADAD-E8759F950D23}" dt="2023-07-07T11:25:14.815" v="7743" actId="20577"/>
          <ac:spMkLst>
            <pc:docMk/>
            <pc:sldMk cId="2937028395" sldId="419"/>
            <ac:spMk id="2" creationId="{8BF8566E-EAAB-CFFA-3233-96079C4035D9}"/>
          </ac:spMkLst>
        </pc:spChg>
        <pc:spChg chg="mod">
          <ac:chgData name="Shenyang Huang" userId="1ff0613d-c06d-494b-8919-b015a9b764cd" providerId="ADAL" clId="{7FDB913F-97BE-4F33-ADAD-E8759F950D23}" dt="2023-07-10T11:19:21.522" v="14021" actId="20577"/>
          <ac:spMkLst>
            <pc:docMk/>
            <pc:sldMk cId="2937028395" sldId="419"/>
            <ac:spMk id="3" creationId="{D98E0F7B-853B-57B9-6589-58BE8DEC768B}"/>
          </ac:spMkLst>
        </pc:spChg>
        <pc:picChg chg="add mod">
          <ac:chgData name="Shenyang Huang" userId="1ff0613d-c06d-494b-8919-b015a9b764cd" providerId="ADAL" clId="{7FDB913F-97BE-4F33-ADAD-E8759F950D23}" dt="2023-07-10T11:19:41.412" v="14023" actId="1076"/>
          <ac:picMkLst>
            <pc:docMk/>
            <pc:sldMk cId="2937028395" sldId="419"/>
            <ac:picMk id="6" creationId="{3FAB11B5-ED6A-0A27-681E-4DBFE178EF60}"/>
          </ac:picMkLst>
        </pc:picChg>
      </pc:sldChg>
      <pc:sldChg chg="modSp new mod">
        <pc:chgData name="Shenyang Huang" userId="1ff0613d-c06d-494b-8919-b015a9b764cd" providerId="ADAL" clId="{7FDB913F-97BE-4F33-ADAD-E8759F950D23}" dt="2023-07-07T11:42:34.257" v="8772" actId="20577"/>
        <pc:sldMkLst>
          <pc:docMk/>
          <pc:sldMk cId="3667765306" sldId="420"/>
        </pc:sldMkLst>
        <pc:spChg chg="mod">
          <ac:chgData name="Shenyang Huang" userId="1ff0613d-c06d-494b-8919-b015a9b764cd" providerId="ADAL" clId="{7FDB913F-97BE-4F33-ADAD-E8759F950D23}" dt="2023-07-06T07:52:17.121" v="6790" actId="20577"/>
          <ac:spMkLst>
            <pc:docMk/>
            <pc:sldMk cId="3667765306" sldId="420"/>
            <ac:spMk id="2" creationId="{5A551799-39E2-5DC1-6EE2-E9A6C1AB2007}"/>
          </ac:spMkLst>
        </pc:spChg>
        <pc:spChg chg="mod">
          <ac:chgData name="Shenyang Huang" userId="1ff0613d-c06d-494b-8919-b015a9b764cd" providerId="ADAL" clId="{7FDB913F-97BE-4F33-ADAD-E8759F950D23}" dt="2023-07-07T11:42:34.257" v="8772" actId="20577"/>
          <ac:spMkLst>
            <pc:docMk/>
            <pc:sldMk cId="3667765306" sldId="420"/>
            <ac:spMk id="3" creationId="{563A88D1-4BB4-ADB2-0C1F-85BF13EE038F}"/>
          </ac:spMkLst>
        </pc:spChg>
      </pc:sldChg>
      <pc:sldChg chg="modSp add mod modAnim">
        <pc:chgData name="Shenyang Huang" userId="1ff0613d-c06d-494b-8919-b015a9b764cd" providerId="ADAL" clId="{7FDB913F-97BE-4F33-ADAD-E8759F950D23}" dt="2023-07-10T11:22:24.023" v="14062" actId="113"/>
        <pc:sldMkLst>
          <pc:docMk/>
          <pc:sldMk cId="329918776" sldId="421"/>
        </pc:sldMkLst>
        <pc:spChg chg="mod">
          <ac:chgData name="Shenyang Huang" userId="1ff0613d-c06d-494b-8919-b015a9b764cd" providerId="ADAL" clId="{7FDB913F-97BE-4F33-ADAD-E8759F950D23}" dt="2023-07-07T12:11:43.669" v="9045" actId="115"/>
          <ac:spMkLst>
            <pc:docMk/>
            <pc:sldMk cId="329918776" sldId="421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10T11:22:24.023" v="14062" actId="113"/>
          <ac:spMkLst>
            <pc:docMk/>
            <pc:sldMk cId="329918776" sldId="421"/>
            <ac:spMk id="3" creationId="{00000000-0000-0000-0000-000000000000}"/>
          </ac:spMkLst>
        </pc:spChg>
      </pc:sldChg>
      <pc:sldChg chg="addSp modSp add mod modAnim">
        <pc:chgData name="Shenyang Huang" userId="1ff0613d-c06d-494b-8919-b015a9b764cd" providerId="ADAL" clId="{7FDB913F-97BE-4F33-ADAD-E8759F950D23}" dt="2023-07-07T12:17:31.441" v="9078"/>
        <pc:sldMkLst>
          <pc:docMk/>
          <pc:sldMk cId="3064401300" sldId="422"/>
        </pc:sldMkLst>
        <pc:spChg chg="mod">
          <ac:chgData name="Shenyang Huang" userId="1ff0613d-c06d-494b-8919-b015a9b764cd" providerId="ADAL" clId="{7FDB913F-97BE-4F33-ADAD-E8759F950D23}" dt="2023-07-07T12:15:48.885" v="9048" actId="207"/>
          <ac:spMkLst>
            <pc:docMk/>
            <pc:sldMk cId="3064401300" sldId="422"/>
            <ac:spMk id="2" creationId="{00000000-0000-0000-0000-000000000000}"/>
          </ac:spMkLst>
        </pc:spChg>
        <pc:spChg chg="mod">
          <ac:chgData name="Shenyang Huang" userId="1ff0613d-c06d-494b-8919-b015a9b764cd" providerId="ADAL" clId="{7FDB913F-97BE-4F33-ADAD-E8759F950D23}" dt="2023-07-07T12:16:05.532" v="9050" actId="207"/>
          <ac:spMkLst>
            <pc:docMk/>
            <pc:sldMk cId="3064401300" sldId="422"/>
            <ac:spMk id="3" creationId="{00000000-0000-0000-0000-000000000000}"/>
          </ac:spMkLst>
        </pc:spChg>
        <pc:picChg chg="add mod">
          <ac:chgData name="Shenyang Huang" userId="1ff0613d-c06d-494b-8919-b015a9b764cd" providerId="ADAL" clId="{7FDB913F-97BE-4F33-ADAD-E8759F950D23}" dt="2023-07-07T12:11:32.083" v="9043" actId="1076"/>
          <ac:picMkLst>
            <pc:docMk/>
            <pc:sldMk cId="3064401300" sldId="422"/>
            <ac:picMk id="5" creationId="{4B9D559D-CCB1-8412-334C-2757F0541C37}"/>
          </ac:picMkLst>
        </pc:picChg>
      </pc:sldChg>
      <pc:sldChg chg="addSp delSp modSp new mod ord setBg delAnim modAnim modNotesTx">
        <pc:chgData name="Shenyang Huang" userId="1ff0613d-c06d-494b-8919-b015a9b764cd" providerId="ADAL" clId="{7FDB913F-97BE-4F33-ADAD-E8759F950D23}" dt="2023-07-11T03:16:33.948" v="16019"/>
        <pc:sldMkLst>
          <pc:docMk/>
          <pc:sldMk cId="3085066446" sldId="423"/>
        </pc:sldMkLst>
        <pc:spChg chg="add mod">
          <ac:chgData name="Shenyang Huang" userId="1ff0613d-c06d-494b-8919-b015a9b764cd" providerId="ADAL" clId="{7FDB913F-97BE-4F33-ADAD-E8759F950D23}" dt="2023-07-10T12:06:32.144" v="14487" actId="1076"/>
          <ac:spMkLst>
            <pc:docMk/>
            <pc:sldMk cId="3085066446" sldId="423"/>
            <ac:spMk id="2" creationId="{35586647-D67C-AE6F-7C62-03FB069F4BDC}"/>
          </ac:spMkLst>
        </pc:spChg>
        <pc:spChg chg="del">
          <ac:chgData name="Shenyang Huang" userId="1ff0613d-c06d-494b-8919-b015a9b764cd" providerId="ADAL" clId="{7FDB913F-97BE-4F33-ADAD-E8759F950D23}" dt="2023-07-08T07:56:57.285" v="9825" actId="478"/>
          <ac:spMkLst>
            <pc:docMk/>
            <pc:sldMk cId="3085066446" sldId="423"/>
            <ac:spMk id="2" creationId="{7A74BEB6-5FAD-DE21-3AE2-AD19FBA27443}"/>
          </ac:spMkLst>
        </pc:spChg>
        <pc:spChg chg="add del mod">
          <ac:chgData name="Shenyang Huang" userId="1ff0613d-c06d-494b-8919-b015a9b764cd" providerId="ADAL" clId="{7FDB913F-97BE-4F33-ADAD-E8759F950D23}" dt="2023-07-11T03:16:33.948" v="16019"/>
          <ac:spMkLst>
            <pc:docMk/>
            <pc:sldMk cId="3085066446" sldId="423"/>
            <ac:spMk id="3" creationId="{10F6A4C3-2AAF-D364-78F5-F41C1DDEDE9B}"/>
          </ac:spMkLst>
        </pc:spChg>
        <pc:spChg chg="del">
          <ac:chgData name="Shenyang Huang" userId="1ff0613d-c06d-494b-8919-b015a9b764cd" providerId="ADAL" clId="{7FDB913F-97BE-4F33-ADAD-E8759F950D23}" dt="2023-07-08T07:55:58.330" v="9805"/>
          <ac:spMkLst>
            <pc:docMk/>
            <pc:sldMk cId="3085066446" sldId="423"/>
            <ac:spMk id="3" creationId="{51A44FA8-08A4-77B4-44A8-40F75D7B3718}"/>
          </ac:spMkLst>
        </pc:spChg>
        <pc:spChg chg="del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4" creationId="{7C5722BA-9FBA-326A-8C3E-F87AD9D9C601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18" creationId="{20568CBA-F44D-0A83-67C1-839CC15B182B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20" creationId="{906972D5-693D-2FBE-0BC3-B67FD989D5BB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22" creationId="{4B49F84A-3CF6-C169-6097-884294B1470C}"/>
          </ac:spMkLst>
        </pc:spChg>
        <pc:spChg chg="add del">
          <ac:chgData name="Shenyang Huang" userId="1ff0613d-c06d-494b-8919-b015a9b764cd" providerId="ADAL" clId="{7FDB913F-97BE-4F33-ADAD-E8759F950D23}" dt="2023-07-08T11:46:36.340" v="10453" actId="22"/>
          <ac:spMkLst>
            <pc:docMk/>
            <pc:sldMk cId="3085066446" sldId="423"/>
            <ac:spMk id="23" creationId="{4F1607DC-6E9D-D7D7-DBF3-E5240300CC61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24" creationId="{A25826E3-1BBC-DF5A-3378-BACE486E2CD2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25" creationId="{B48FADC5-F423-D285-3BDE-D238764416C8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26" creationId="{90BFEA78-30CD-8BAA-A550-46C37D83327A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27" creationId="{68EB0862-1610-6732-4BC1-1EA66E83A802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28" creationId="{F4AE2430-400B-60E5-9E53-C397122F035C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29" creationId="{28EE2C14-3D01-6607-2937-E25971AE00A0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30" creationId="{488C99C6-8769-1F69-33E7-68EFD0EC4071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31" creationId="{CE0D7691-4088-0826-03C8-2159397D2178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32" creationId="{4679E650-0DD9-3BFA-B735-22D587BF5E52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33" creationId="{9E54FDB1-F690-5C64-EAAF-F1ED79470B6C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34" creationId="{D776FE45-EB45-15FC-CD07-EED2D75FCAEB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35" creationId="{CAC81D64-B3F7-0CCE-0CE4-2D7704F3E809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36" creationId="{B018C864-B0D2-E937-C338-F067E9F5DC96}"/>
          </ac:spMkLst>
        </pc:spChg>
        <pc:spChg chg="add del mod">
          <ac:chgData name="Shenyang Huang" userId="1ff0613d-c06d-494b-8919-b015a9b764cd" providerId="ADAL" clId="{7FDB913F-97BE-4F33-ADAD-E8759F950D23}" dt="2023-07-08T11:19:36.571" v="10309" actId="478"/>
          <ac:spMkLst>
            <pc:docMk/>
            <pc:sldMk cId="3085066446" sldId="423"/>
            <ac:spMk id="37" creationId="{7A02482A-0B38-1646-72FC-F2D28D634D47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37" creationId="{7F81C066-9181-9DF7-CD83-3E7A8F2E3698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39" creationId="{C3BEABC2-AE32-6413-7E20-CA5E2B20C4A9}"/>
          </ac:spMkLst>
        </pc:spChg>
        <pc:spChg chg="add del mod">
          <ac:chgData name="Shenyang Huang" userId="1ff0613d-c06d-494b-8919-b015a9b764cd" providerId="ADAL" clId="{7FDB913F-97BE-4F33-ADAD-E8759F950D23}" dt="2023-07-08T11:37:57.157" v="10394" actId="478"/>
          <ac:spMkLst>
            <pc:docMk/>
            <pc:sldMk cId="3085066446" sldId="423"/>
            <ac:spMk id="39" creationId="{E017C564-3935-D088-6BE5-93E54FC4B449}"/>
          </ac:spMkLst>
        </pc:spChg>
        <pc:spChg chg="add del mod">
          <ac:chgData name="Shenyang Huang" userId="1ff0613d-c06d-494b-8919-b015a9b764cd" providerId="ADAL" clId="{7FDB913F-97BE-4F33-ADAD-E8759F950D23}" dt="2023-07-08T12:38:05.157" v="10550" actId="478"/>
          <ac:spMkLst>
            <pc:docMk/>
            <pc:sldMk cId="3085066446" sldId="423"/>
            <ac:spMk id="41" creationId="{723F1754-524A-7567-E4B2-47A6B97F2F9F}"/>
          </ac:spMkLst>
        </pc:spChg>
        <pc:spChg chg="add mod">
          <ac:chgData name="Shenyang Huang" userId="1ff0613d-c06d-494b-8919-b015a9b764cd" providerId="ADAL" clId="{7FDB913F-97BE-4F33-ADAD-E8759F950D23}" dt="2023-07-09T14:44:26.527" v="11890" actId="1076"/>
          <ac:spMkLst>
            <pc:docMk/>
            <pc:sldMk cId="3085066446" sldId="423"/>
            <ac:spMk id="55" creationId="{25995FA3-1276-4FD6-2E70-E57106E22783}"/>
          </ac:spMkLst>
        </pc:spChg>
        <pc:spChg chg="add del mod">
          <ac:chgData name="Shenyang Huang" userId="1ff0613d-c06d-494b-8919-b015a9b764cd" providerId="ADAL" clId="{7FDB913F-97BE-4F33-ADAD-E8759F950D23}" dt="2023-07-09T14:43:05.396" v="11856" actId="478"/>
          <ac:spMkLst>
            <pc:docMk/>
            <pc:sldMk cId="3085066446" sldId="423"/>
            <ac:spMk id="57" creationId="{67827EE3-410E-3734-FC8D-9C76770188A6}"/>
          </ac:spMkLst>
        </pc:spChg>
        <pc:spChg chg="add mod">
          <ac:chgData name="Shenyang Huang" userId="1ff0613d-c06d-494b-8919-b015a9b764cd" providerId="ADAL" clId="{7FDB913F-97BE-4F33-ADAD-E8759F950D23}" dt="2023-07-09T15:37:41.572" v="11969" actId="1076"/>
          <ac:spMkLst>
            <pc:docMk/>
            <pc:sldMk cId="3085066446" sldId="423"/>
            <ac:spMk id="59" creationId="{15CE4622-D084-4EFF-142A-AA5BF470DADA}"/>
          </ac:spMkLst>
        </pc:spChg>
        <pc:spChg chg="add mod">
          <ac:chgData name="Shenyang Huang" userId="1ff0613d-c06d-494b-8919-b015a9b764cd" providerId="ADAL" clId="{7FDB913F-97BE-4F33-ADAD-E8759F950D23}" dt="2023-07-09T14:46:14.060" v="11909" actId="1076"/>
          <ac:spMkLst>
            <pc:docMk/>
            <pc:sldMk cId="3085066446" sldId="423"/>
            <ac:spMk id="60" creationId="{1343C472-ACB1-129B-3166-F0AD1A88BE63}"/>
          </ac:spMkLst>
        </pc:spChg>
        <pc:spChg chg="add mod">
          <ac:chgData name="Shenyang Huang" userId="1ff0613d-c06d-494b-8919-b015a9b764cd" providerId="ADAL" clId="{7FDB913F-97BE-4F33-ADAD-E8759F950D23}" dt="2023-07-09T15:37:27.631" v="11966" actId="1076"/>
          <ac:spMkLst>
            <pc:docMk/>
            <pc:sldMk cId="3085066446" sldId="423"/>
            <ac:spMk id="61" creationId="{4B175DB3-5F30-5304-2ED3-8FB15F555425}"/>
          </ac:spMkLst>
        </pc:spChg>
        <pc:spChg chg="add del mod">
          <ac:chgData name="Shenyang Huang" userId="1ff0613d-c06d-494b-8919-b015a9b764cd" providerId="ADAL" clId="{7FDB913F-97BE-4F33-ADAD-E8759F950D23}" dt="2023-07-09T14:44:06.888" v="11884" actId="478"/>
          <ac:spMkLst>
            <pc:docMk/>
            <pc:sldMk cId="3085066446" sldId="423"/>
            <ac:spMk id="62" creationId="{EEFFEB44-DAD1-88EC-8AD8-69F0FABE7682}"/>
          </ac:spMkLst>
        </pc:spChg>
        <pc:spChg chg="add del mod ord">
          <ac:chgData name="Shenyang Huang" userId="1ff0613d-c06d-494b-8919-b015a9b764cd" providerId="ADAL" clId="{7FDB913F-97BE-4F33-ADAD-E8759F950D23}" dt="2023-07-09T14:24:31.607" v="11602" actId="21"/>
          <ac:spMkLst>
            <pc:docMk/>
            <pc:sldMk cId="3085066446" sldId="423"/>
            <ac:spMk id="63" creationId="{8353D81A-4107-2B7B-6B88-0D88729D2CB1}"/>
          </ac:spMkLst>
        </pc:spChg>
        <pc:spChg chg="add mod">
          <ac:chgData name="Shenyang Huang" userId="1ff0613d-c06d-494b-8919-b015a9b764cd" providerId="ADAL" clId="{7FDB913F-97BE-4F33-ADAD-E8759F950D23}" dt="2023-07-09T15:37:30.612" v="11967" actId="1076"/>
          <ac:spMkLst>
            <pc:docMk/>
            <pc:sldMk cId="3085066446" sldId="423"/>
            <ac:spMk id="82" creationId="{9E3E523A-FA03-0187-928D-6843DA27E66E}"/>
          </ac:spMkLst>
        </pc:spChg>
        <pc:spChg chg="add mod">
          <ac:chgData name="Shenyang Huang" userId="1ff0613d-c06d-494b-8919-b015a9b764cd" providerId="ADAL" clId="{7FDB913F-97BE-4F33-ADAD-E8759F950D23}" dt="2023-07-09T15:37:33.993" v="11968" actId="1076"/>
          <ac:spMkLst>
            <pc:docMk/>
            <pc:sldMk cId="3085066446" sldId="423"/>
            <ac:spMk id="83" creationId="{01CF7ECC-DBC0-B604-FF1A-4EA08F0857FC}"/>
          </ac:spMkLst>
        </pc:spChg>
        <pc:picChg chg="add del mod">
          <ac:chgData name="Shenyang Huang" userId="1ff0613d-c06d-494b-8919-b015a9b764cd" providerId="ADAL" clId="{7FDB913F-97BE-4F33-ADAD-E8759F950D23}" dt="2023-07-08T11:43:12.947" v="10421" actId="478"/>
          <ac:picMkLst>
            <pc:docMk/>
            <pc:sldMk cId="3085066446" sldId="423"/>
            <ac:picMk id="3" creationId="{7A06D70D-B8D9-2E08-DDFE-DC56E4C39DF6}"/>
          </ac:picMkLst>
        </pc:picChg>
        <pc:picChg chg="add del mod">
          <ac:chgData name="Shenyang Huang" userId="1ff0613d-c06d-494b-8919-b015a9b764cd" providerId="ADAL" clId="{7FDB913F-97BE-4F33-ADAD-E8759F950D23}" dt="2023-07-08T11:43:12.947" v="10421" actId="478"/>
          <ac:picMkLst>
            <pc:docMk/>
            <pc:sldMk cId="3085066446" sldId="423"/>
            <ac:picMk id="5" creationId="{FFC874B3-AFAB-EAA7-9770-E16D62673FF3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6" creationId="{0363F731-F960-92CC-1B9E-EB57D14AFF32}"/>
          </ac:picMkLst>
        </pc:picChg>
        <pc:picChg chg="add del mod">
          <ac:chgData name="Shenyang Huang" userId="1ff0613d-c06d-494b-8919-b015a9b764cd" providerId="ADAL" clId="{7FDB913F-97BE-4F33-ADAD-E8759F950D23}" dt="2023-07-08T11:43:12.947" v="10421" actId="478"/>
          <ac:picMkLst>
            <pc:docMk/>
            <pc:sldMk cId="3085066446" sldId="423"/>
            <ac:picMk id="7" creationId="{0F4C4583-F6E6-03A8-03AA-F0731BD98396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8" creationId="{619BF36C-02EB-FD7B-1BBC-E6579683885A}"/>
          </ac:picMkLst>
        </pc:picChg>
        <pc:picChg chg="add del mod">
          <ac:chgData name="Shenyang Huang" userId="1ff0613d-c06d-494b-8919-b015a9b764cd" providerId="ADAL" clId="{7FDB913F-97BE-4F33-ADAD-E8759F950D23}" dt="2023-07-08T11:43:12.947" v="10421" actId="478"/>
          <ac:picMkLst>
            <pc:docMk/>
            <pc:sldMk cId="3085066446" sldId="423"/>
            <ac:picMk id="9" creationId="{EC354261-8D94-53F6-9EB6-D19CC3EF2261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10" creationId="{5F3D5552-4544-FFB9-16D0-3E3BFBE2F322}"/>
          </ac:picMkLst>
        </pc:picChg>
        <pc:picChg chg="add del mod">
          <ac:chgData name="Shenyang Huang" userId="1ff0613d-c06d-494b-8919-b015a9b764cd" providerId="ADAL" clId="{7FDB913F-97BE-4F33-ADAD-E8759F950D23}" dt="2023-07-08T11:43:12.947" v="10421" actId="478"/>
          <ac:picMkLst>
            <pc:docMk/>
            <pc:sldMk cId="3085066446" sldId="423"/>
            <ac:picMk id="11" creationId="{19F97E90-90C7-6EB7-5E91-845708125877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12" creationId="{4CA10B54-4701-5CF0-0CB0-5CE7DE2CEB1F}"/>
          </ac:picMkLst>
        </pc:picChg>
        <pc:picChg chg="add del mod">
          <ac:chgData name="Shenyang Huang" userId="1ff0613d-c06d-494b-8919-b015a9b764cd" providerId="ADAL" clId="{7FDB913F-97BE-4F33-ADAD-E8759F950D23}" dt="2023-07-08T12:38:05.157" v="10550" actId="478"/>
          <ac:picMkLst>
            <pc:docMk/>
            <pc:sldMk cId="3085066446" sldId="423"/>
            <ac:picMk id="13" creationId="{EB5B1CF7-2C82-9331-72BE-529115A51E5D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14" creationId="{D8B38BB9-8C63-4C85-C9AC-9C1FD318F632}"/>
          </ac:picMkLst>
        </pc:picChg>
        <pc:picChg chg="add del mod">
          <ac:chgData name="Shenyang Huang" userId="1ff0613d-c06d-494b-8919-b015a9b764cd" providerId="ADAL" clId="{7FDB913F-97BE-4F33-ADAD-E8759F950D23}" dt="2023-07-08T12:38:05.157" v="10550" actId="478"/>
          <ac:picMkLst>
            <pc:docMk/>
            <pc:sldMk cId="3085066446" sldId="423"/>
            <ac:picMk id="15" creationId="{C9D885D5-8C8A-AFC8-F356-F0ED9920DCBC}"/>
          </ac:picMkLst>
        </pc:picChg>
        <pc:picChg chg="add del mod">
          <ac:chgData name="Shenyang Huang" userId="1ff0613d-c06d-494b-8919-b015a9b764cd" providerId="ADAL" clId="{7FDB913F-97BE-4F33-ADAD-E8759F950D23}" dt="2023-07-08T11:19:36.571" v="10309" actId="478"/>
          <ac:picMkLst>
            <pc:docMk/>
            <pc:sldMk cId="3085066446" sldId="423"/>
            <ac:picMk id="16" creationId="{D9BF8A83-9BEE-D2B8-8253-E1C06E1D80CD}"/>
          </ac:picMkLst>
        </pc:picChg>
        <pc:picChg chg="add del mod">
          <ac:chgData name="Shenyang Huang" userId="1ff0613d-c06d-494b-8919-b015a9b764cd" providerId="ADAL" clId="{7FDB913F-97BE-4F33-ADAD-E8759F950D23}" dt="2023-07-08T12:38:05.157" v="10550" actId="478"/>
          <ac:picMkLst>
            <pc:docMk/>
            <pc:sldMk cId="3085066446" sldId="423"/>
            <ac:picMk id="17" creationId="{97344932-6AC7-154D-1604-8AD4A9FB9A0D}"/>
          </ac:picMkLst>
        </pc:picChg>
        <pc:picChg chg="add del mod">
          <ac:chgData name="Shenyang Huang" userId="1ff0613d-c06d-494b-8919-b015a9b764cd" providerId="ADAL" clId="{7FDB913F-97BE-4F33-ADAD-E8759F950D23}" dt="2023-07-08T12:38:05.157" v="10550" actId="478"/>
          <ac:picMkLst>
            <pc:docMk/>
            <pc:sldMk cId="3085066446" sldId="423"/>
            <ac:picMk id="19" creationId="{7B4F6095-12A0-8C62-8860-7E7905CAE238}"/>
          </ac:picMkLst>
        </pc:picChg>
        <pc:picChg chg="add del mod">
          <ac:chgData name="Shenyang Huang" userId="1ff0613d-c06d-494b-8919-b015a9b764cd" providerId="ADAL" clId="{7FDB913F-97BE-4F33-ADAD-E8759F950D23}" dt="2023-07-08T12:38:05.157" v="10550" actId="478"/>
          <ac:picMkLst>
            <pc:docMk/>
            <pc:sldMk cId="3085066446" sldId="423"/>
            <ac:picMk id="21" creationId="{47ED2D42-3505-FD43-1EBE-778596647E03}"/>
          </ac:picMkLst>
        </pc:picChg>
        <pc:picChg chg="add del mod ord">
          <ac:chgData name="Shenyang Huang" userId="1ff0613d-c06d-494b-8919-b015a9b764cd" providerId="ADAL" clId="{7FDB913F-97BE-4F33-ADAD-E8759F950D23}" dt="2023-07-09T14:24:40.206" v="11609" actId="478"/>
          <ac:picMkLst>
            <pc:docMk/>
            <pc:sldMk cId="3085066446" sldId="423"/>
            <ac:picMk id="43" creationId="{7D042FBA-4591-897C-C1F1-E61757844F7F}"/>
          </ac:picMkLst>
        </pc:picChg>
        <pc:picChg chg="add del mod ord">
          <ac:chgData name="Shenyang Huang" userId="1ff0613d-c06d-494b-8919-b015a9b764cd" providerId="ADAL" clId="{7FDB913F-97BE-4F33-ADAD-E8759F950D23}" dt="2023-07-09T14:24:36.176" v="11605" actId="478"/>
          <ac:picMkLst>
            <pc:docMk/>
            <pc:sldMk cId="3085066446" sldId="423"/>
            <ac:picMk id="45" creationId="{3AF1FE80-DD96-4820-DDCF-C0501DFD84C6}"/>
          </ac:picMkLst>
        </pc:picChg>
        <pc:picChg chg="add del mod">
          <ac:chgData name="Shenyang Huang" userId="1ff0613d-c06d-494b-8919-b015a9b764cd" providerId="ADAL" clId="{7FDB913F-97BE-4F33-ADAD-E8759F950D23}" dt="2023-07-09T14:24:35.741" v="11604" actId="478"/>
          <ac:picMkLst>
            <pc:docMk/>
            <pc:sldMk cId="3085066446" sldId="423"/>
            <ac:picMk id="47" creationId="{92E53E0F-1ED3-0E95-89EC-01360BE8DEAE}"/>
          </ac:picMkLst>
        </pc:picChg>
        <pc:picChg chg="add del mod">
          <ac:chgData name="Shenyang Huang" userId="1ff0613d-c06d-494b-8919-b015a9b764cd" providerId="ADAL" clId="{7FDB913F-97BE-4F33-ADAD-E8759F950D23}" dt="2023-07-09T14:24:36.839" v="11606" actId="478"/>
          <ac:picMkLst>
            <pc:docMk/>
            <pc:sldMk cId="3085066446" sldId="423"/>
            <ac:picMk id="49" creationId="{984E82F5-3F33-014C-4E6E-81887CDE0031}"/>
          </ac:picMkLst>
        </pc:picChg>
        <pc:picChg chg="add del mod">
          <ac:chgData name="Shenyang Huang" userId="1ff0613d-c06d-494b-8919-b015a9b764cd" providerId="ADAL" clId="{7FDB913F-97BE-4F33-ADAD-E8759F950D23}" dt="2023-07-09T14:24:37.144" v="11607" actId="478"/>
          <ac:picMkLst>
            <pc:docMk/>
            <pc:sldMk cId="3085066446" sldId="423"/>
            <ac:picMk id="51" creationId="{E7908786-B5CC-EA78-2261-AF225ED21E6F}"/>
          </ac:picMkLst>
        </pc:picChg>
        <pc:picChg chg="add del mod">
          <ac:chgData name="Shenyang Huang" userId="1ff0613d-c06d-494b-8919-b015a9b764cd" providerId="ADAL" clId="{7FDB913F-97BE-4F33-ADAD-E8759F950D23}" dt="2023-07-09T14:24:37.580" v="11608" actId="478"/>
          <ac:picMkLst>
            <pc:docMk/>
            <pc:sldMk cId="3085066446" sldId="423"/>
            <ac:picMk id="53" creationId="{9AEC523B-6CE6-82DC-9110-8551241BABBF}"/>
          </ac:picMkLst>
        </pc:picChg>
        <pc:picChg chg="add del mod">
          <ac:chgData name="Shenyang Huang" userId="1ff0613d-c06d-494b-8919-b015a9b764cd" providerId="ADAL" clId="{7FDB913F-97BE-4F33-ADAD-E8759F950D23}" dt="2023-07-09T14:24:40.677" v="11610" actId="478"/>
          <ac:picMkLst>
            <pc:docMk/>
            <pc:sldMk cId="3085066446" sldId="423"/>
            <ac:picMk id="65" creationId="{34F5042C-A69B-D7E3-2689-CCBB8B40A4FF}"/>
          </ac:picMkLst>
        </pc:picChg>
        <pc:picChg chg="add mod">
          <ac:chgData name="Shenyang Huang" userId="1ff0613d-c06d-494b-8919-b015a9b764cd" providerId="ADAL" clId="{7FDB913F-97BE-4F33-ADAD-E8759F950D23}" dt="2023-07-09T16:00:58.691" v="11975" actId="1076"/>
          <ac:picMkLst>
            <pc:docMk/>
            <pc:sldMk cId="3085066446" sldId="423"/>
            <ac:picMk id="67" creationId="{BF615E24-4695-2535-1A28-3B9B93E6E22D}"/>
          </ac:picMkLst>
        </pc:picChg>
        <pc:picChg chg="add mod">
          <ac:chgData name="Shenyang Huang" userId="1ff0613d-c06d-494b-8919-b015a9b764cd" providerId="ADAL" clId="{7FDB913F-97BE-4F33-ADAD-E8759F950D23}" dt="2023-07-09T15:37:59.516" v="11974" actId="14100"/>
          <ac:picMkLst>
            <pc:docMk/>
            <pc:sldMk cId="3085066446" sldId="423"/>
            <ac:picMk id="69" creationId="{33E6C113-191D-2E7B-3434-303B15EDB5F3}"/>
          </ac:picMkLst>
        </pc:picChg>
        <pc:picChg chg="add mod ord modCrop">
          <ac:chgData name="Shenyang Huang" userId="1ff0613d-c06d-494b-8919-b015a9b764cd" providerId="ADAL" clId="{7FDB913F-97BE-4F33-ADAD-E8759F950D23}" dt="2023-07-09T14:46:10.350" v="11908" actId="732"/>
          <ac:picMkLst>
            <pc:docMk/>
            <pc:sldMk cId="3085066446" sldId="423"/>
            <ac:picMk id="71" creationId="{85D96426-72D1-898C-414B-AC9D3520FD86}"/>
          </ac:picMkLst>
        </pc:picChg>
        <pc:picChg chg="add del mod ord">
          <ac:chgData name="Shenyang Huang" userId="1ff0613d-c06d-494b-8919-b015a9b764cd" providerId="ADAL" clId="{7FDB913F-97BE-4F33-ADAD-E8759F950D23}" dt="2023-07-09T15:36:35.895" v="11928" actId="478"/>
          <ac:picMkLst>
            <pc:docMk/>
            <pc:sldMk cId="3085066446" sldId="423"/>
            <ac:picMk id="73" creationId="{2DFB5BF8-C256-E077-3EB7-7F3334FB35A8}"/>
          </ac:picMkLst>
        </pc:picChg>
        <pc:picChg chg="add del mod ord">
          <ac:chgData name="Shenyang Huang" userId="1ff0613d-c06d-494b-8919-b015a9b764cd" providerId="ADAL" clId="{7FDB913F-97BE-4F33-ADAD-E8759F950D23}" dt="2023-07-09T15:36:41.205" v="11940" actId="478"/>
          <ac:picMkLst>
            <pc:docMk/>
            <pc:sldMk cId="3085066446" sldId="423"/>
            <ac:picMk id="75" creationId="{688E152F-7C96-F701-F773-B58AD8EA8EA4}"/>
          </ac:picMkLst>
        </pc:picChg>
        <pc:picChg chg="add mod ord">
          <ac:chgData name="Shenyang Huang" userId="1ff0613d-c06d-494b-8919-b015a9b764cd" providerId="ADAL" clId="{7FDB913F-97BE-4F33-ADAD-E8759F950D23}" dt="2023-07-09T14:46:14.060" v="11909" actId="1076"/>
          <ac:picMkLst>
            <pc:docMk/>
            <pc:sldMk cId="3085066446" sldId="423"/>
            <ac:picMk id="77" creationId="{4FB7E4C6-60B4-A2FA-3F4B-F2A1E2DD9E4B}"/>
          </ac:picMkLst>
        </pc:picChg>
        <pc:picChg chg="add del mod ord">
          <ac:chgData name="Shenyang Huang" userId="1ff0613d-c06d-494b-8919-b015a9b764cd" providerId="ADAL" clId="{7FDB913F-97BE-4F33-ADAD-E8759F950D23}" dt="2023-07-09T15:36:39.975" v="11939" actId="478"/>
          <ac:picMkLst>
            <pc:docMk/>
            <pc:sldMk cId="3085066446" sldId="423"/>
            <ac:picMk id="79" creationId="{41FD34E9-3F55-470F-A1DD-78E65C93D77E}"/>
          </ac:picMkLst>
        </pc:picChg>
        <pc:picChg chg="add del mod ord">
          <ac:chgData name="Shenyang Huang" userId="1ff0613d-c06d-494b-8919-b015a9b764cd" providerId="ADAL" clId="{7FDB913F-97BE-4F33-ADAD-E8759F950D23}" dt="2023-07-09T15:36:42.505" v="11941" actId="478"/>
          <ac:picMkLst>
            <pc:docMk/>
            <pc:sldMk cId="3085066446" sldId="423"/>
            <ac:picMk id="81" creationId="{814E367D-DFDF-1652-D629-7642A573C1AE}"/>
          </ac:picMkLst>
        </pc:picChg>
        <pc:picChg chg="add mod ord">
          <ac:chgData name="Shenyang Huang" userId="1ff0613d-c06d-494b-8919-b015a9b764cd" providerId="ADAL" clId="{7FDB913F-97BE-4F33-ADAD-E8759F950D23}" dt="2023-07-09T15:37:16.451" v="11952" actId="167"/>
          <ac:picMkLst>
            <pc:docMk/>
            <pc:sldMk cId="3085066446" sldId="423"/>
            <ac:picMk id="85" creationId="{BDFCED14-83F0-F3F5-5E19-EC52BDFB88EB}"/>
          </ac:picMkLst>
        </pc:picChg>
        <pc:picChg chg="add mod ord">
          <ac:chgData name="Shenyang Huang" userId="1ff0613d-c06d-494b-8919-b015a9b764cd" providerId="ADAL" clId="{7FDB913F-97BE-4F33-ADAD-E8759F950D23}" dt="2023-07-09T15:37:41.572" v="11969" actId="1076"/>
          <ac:picMkLst>
            <pc:docMk/>
            <pc:sldMk cId="3085066446" sldId="423"/>
            <ac:picMk id="87" creationId="{2AFF3D21-78E9-6DE6-83E3-310CA1FBC0E0}"/>
          </ac:picMkLst>
        </pc:picChg>
        <pc:picChg chg="add mod ord">
          <ac:chgData name="Shenyang Huang" userId="1ff0613d-c06d-494b-8919-b015a9b764cd" providerId="ADAL" clId="{7FDB913F-97BE-4F33-ADAD-E8759F950D23}" dt="2023-07-09T15:37:16.451" v="11952" actId="167"/>
          <ac:picMkLst>
            <pc:docMk/>
            <pc:sldMk cId="3085066446" sldId="423"/>
            <ac:picMk id="89" creationId="{4C9D75F9-2A03-C820-7F15-2C9246775CC4}"/>
          </ac:picMkLst>
        </pc:picChg>
        <pc:picChg chg="add mod ord">
          <ac:chgData name="Shenyang Huang" userId="1ff0613d-c06d-494b-8919-b015a9b764cd" providerId="ADAL" clId="{7FDB913F-97BE-4F33-ADAD-E8759F950D23}" dt="2023-07-09T15:37:16.451" v="11952" actId="167"/>
          <ac:picMkLst>
            <pc:docMk/>
            <pc:sldMk cId="3085066446" sldId="423"/>
            <ac:picMk id="91" creationId="{3700F056-B6A7-7110-60AC-D4807EA1406E}"/>
          </ac:picMkLst>
        </pc:picChg>
      </pc:sldChg>
      <pc:sldChg chg="addSp delSp modSp add mod delAnim modAnim">
        <pc:chgData name="Shenyang Huang" userId="1ff0613d-c06d-494b-8919-b015a9b764cd" providerId="ADAL" clId="{7FDB913F-97BE-4F33-ADAD-E8759F950D23}" dt="2023-07-10T12:01:13.595" v="14129" actId="21"/>
        <pc:sldMkLst>
          <pc:docMk/>
          <pc:sldMk cId="2761673672" sldId="424"/>
        </pc:sldMkLst>
        <pc:spChg chg="add del mod">
          <ac:chgData name="Shenyang Huang" userId="1ff0613d-c06d-494b-8919-b015a9b764cd" providerId="ADAL" clId="{7FDB913F-97BE-4F33-ADAD-E8759F950D23}" dt="2023-07-09T16:42:53.500" v="11976"/>
          <ac:spMkLst>
            <pc:docMk/>
            <pc:sldMk cId="2761673672" sldId="424"/>
            <ac:spMk id="3" creationId="{8AA2CAA0-FAA1-84EC-A726-96D6EE5ABE16}"/>
          </ac:spMkLst>
        </pc:spChg>
        <pc:spChg chg="add del mod">
          <ac:chgData name="Shenyang Huang" userId="1ff0613d-c06d-494b-8919-b015a9b764cd" providerId="ADAL" clId="{7FDB913F-97BE-4F33-ADAD-E8759F950D23}" dt="2023-07-08T12:51:41.317" v="10631"/>
          <ac:spMkLst>
            <pc:docMk/>
            <pc:sldMk cId="2761673672" sldId="424"/>
            <ac:spMk id="5" creationId="{A6E5478B-D94E-E541-E914-63121A4B30D6}"/>
          </ac:spMkLst>
        </pc:spChg>
        <pc:spChg chg="add del mod">
          <ac:chgData name="Shenyang Huang" userId="1ff0613d-c06d-494b-8919-b015a9b764cd" providerId="ADAL" clId="{7FDB913F-97BE-4F33-ADAD-E8759F950D23}" dt="2023-07-10T12:01:13.595" v="14129" actId="21"/>
          <ac:spMkLst>
            <pc:docMk/>
            <pc:sldMk cId="2761673672" sldId="424"/>
            <ac:spMk id="6" creationId="{53BCC47C-03C6-7546-D00D-2805118D4509}"/>
          </ac:spMkLst>
        </pc:spChg>
        <pc:spChg chg="add del mod">
          <ac:chgData name="Shenyang Huang" userId="1ff0613d-c06d-494b-8919-b015a9b764cd" providerId="ADAL" clId="{7FDB913F-97BE-4F33-ADAD-E8759F950D23}" dt="2023-07-09T14:39:22.979" v="11771"/>
          <ac:spMkLst>
            <pc:docMk/>
            <pc:sldMk cId="2761673672" sldId="424"/>
            <ac:spMk id="7" creationId="{18CCAB69-FA38-26A9-CE3F-5AA655528E8F}"/>
          </ac:spMkLst>
        </pc:spChg>
        <pc:spChg chg="add mod">
          <ac:chgData name="Shenyang Huang" userId="1ff0613d-c06d-494b-8919-b015a9b764cd" providerId="ADAL" clId="{7FDB913F-97BE-4F33-ADAD-E8759F950D23}" dt="2023-07-09T16:43:08.222" v="11983" actId="21"/>
          <ac:spMkLst>
            <pc:docMk/>
            <pc:sldMk cId="2761673672" sldId="424"/>
            <ac:spMk id="13" creationId="{E9A7A8B5-DE5F-1633-D841-EEE548DCCA32}"/>
          </ac:spMkLst>
        </pc:spChg>
        <pc:picChg chg="add del mod">
          <ac:chgData name="Shenyang Huang" userId="1ff0613d-c06d-494b-8919-b015a9b764cd" providerId="ADAL" clId="{7FDB913F-97BE-4F33-ADAD-E8759F950D23}" dt="2023-07-09T16:43:08.222" v="11983" actId="21"/>
          <ac:picMkLst>
            <pc:docMk/>
            <pc:sldMk cId="2761673672" sldId="424"/>
            <ac:picMk id="9" creationId="{44BA079B-7F55-93E6-720E-5EFFF549A09B}"/>
          </ac:picMkLst>
        </pc:picChg>
        <pc:picChg chg="add del mod">
          <ac:chgData name="Shenyang Huang" userId="1ff0613d-c06d-494b-8919-b015a9b764cd" providerId="ADAL" clId="{7FDB913F-97BE-4F33-ADAD-E8759F950D23}" dt="2023-07-09T16:43:08.222" v="11983" actId="21"/>
          <ac:picMkLst>
            <pc:docMk/>
            <pc:sldMk cId="2761673672" sldId="424"/>
            <ac:picMk id="11" creationId="{D08F9F1D-0A48-6C57-0D89-AF481B51F53F}"/>
          </ac:picMkLst>
        </pc:picChg>
      </pc:sldChg>
      <pc:sldChg chg="addSp delSp modSp new mod">
        <pc:chgData name="Shenyang Huang" userId="1ff0613d-c06d-494b-8919-b015a9b764cd" providerId="ADAL" clId="{7FDB913F-97BE-4F33-ADAD-E8759F950D23}" dt="2023-07-09T14:19:19.429" v="11544" actId="478"/>
        <pc:sldMkLst>
          <pc:docMk/>
          <pc:sldMk cId="828671563" sldId="425"/>
        </pc:sldMkLst>
        <pc:spChg chg="mod">
          <ac:chgData name="Shenyang Huang" userId="1ff0613d-c06d-494b-8919-b015a9b764cd" providerId="ADAL" clId="{7FDB913F-97BE-4F33-ADAD-E8759F950D23}" dt="2023-07-09T12:49:03.187" v="11509" actId="20577"/>
          <ac:spMkLst>
            <pc:docMk/>
            <pc:sldMk cId="828671563" sldId="425"/>
            <ac:spMk id="2" creationId="{BE45869E-DC8B-5A96-AC74-FCCD3DC3F445}"/>
          </ac:spMkLst>
        </pc:spChg>
        <pc:spChg chg="mod">
          <ac:chgData name="Shenyang Huang" userId="1ff0613d-c06d-494b-8919-b015a9b764cd" providerId="ADAL" clId="{7FDB913F-97BE-4F33-ADAD-E8759F950D23}" dt="2023-07-09T12:50:09.990" v="11543" actId="20577"/>
          <ac:spMkLst>
            <pc:docMk/>
            <pc:sldMk cId="828671563" sldId="425"/>
            <ac:spMk id="3" creationId="{CE4D9649-C84A-3A50-2A02-DEB41AD7BE3C}"/>
          </ac:spMkLst>
        </pc:spChg>
        <pc:picChg chg="add del">
          <ac:chgData name="Shenyang Huang" userId="1ff0613d-c06d-494b-8919-b015a9b764cd" providerId="ADAL" clId="{7FDB913F-97BE-4F33-ADAD-E8759F950D23}" dt="2023-07-09T14:19:19.429" v="11544" actId="478"/>
          <ac:picMkLst>
            <pc:docMk/>
            <pc:sldMk cId="828671563" sldId="425"/>
            <ac:picMk id="6" creationId="{7E1E0220-922C-854C-2F9B-E3CE42862DC8}"/>
          </ac:picMkLst>
        </pc:picChg>
      </pc:sldChg>
      <pc:sldChg chg="addSp delSp modSp new mod modAnim">
        <pc:chgData name="Shenyang Huang" userId="1ff0613d-c06d-494b-8919-b015a9b764cd" providerId="ADAL" clId="{7FDB913F-97BE-4F33-ADAD-E8759F950D23}" dt="2023-07-11T03:13:25.295" v="15781" actId="13926"/>
        <pc:sldMkLst>
          <pc:docMk/>
          <pc:sldMk cId="2633338165" sldId="426"/>
        </pc:sldMkLst>
        <pc:spChg chg="mod">
          <ac:chgData name="Shenyang Huang" userId="1ff0613d-c06d-494b-8919-b015a9b764cd" providerId="ADAL" clId="{7FDB913F-97BE-4F33-ADAD-E8759F950D23}" dt="2023-07-10T06:03:11.864" v="13455" actId="20577"/>
          <ac:spMkLst>
            <pc:docMk/>
            <pc:sldMk cId="2633338165" sldId="426"/>
            <ac:spMk id="2" creationId="{C9594BCB-492B-195F-D094-B4D5A39A3668}"/>
          </ac:spMkLst>
        </pc:spChg>
        <pc:spChg chg="del">
          <ac:chgData name="Shenyang Huang" userId="1ff0613d-c06d-494b-8919-b015a9b764cd" providerId="ADAL" clId="{7FDB913F-97BE-4F33-ADAD-E8759F950D23}" dt="2023-07-09T16:46:43.667" v="12037"/>
          <ac:spMkLst>
            <pc:docMk/>
            <pc:sldMk cId="2633338165" sldId="426"/>
            <ac:spMk id="3" creationId="{E82D056D-F60F-1F9A-41DE-2A267651D184}"/>
          </ac:spMkLst>
        </pc:spChg>
        <pc:spChg chg="add del mod">
          <ac:chgData name="Shenyang Huang" userId="1ff0613d-c06d-494b-8919-b015a9b764cd" providerId="ADAL" clId="{7FDB913F-97BE-4F33-ADAD-E8759F950D23}" dt="2023-07-09T16:46:57.975" v="12039" actId="478"/>
          <ac:spMkLst>
            <pc:docMk/>
            <pc:sldMk cId="2633338165" sldId="426"/>
            <ac:spMk id="7" creationId="{C76386CA-4470-CF06-9819-7E68852161BB}"/>
          </ac:spMkLst>
        </pc:spChg>
        <pc:spChg chg="add">
          <ac:chgData name="Shenyang Huang" userId="1ff0613d-c06d-494b-8919-b015a9b764cd" providerId="ADAL" clId="{7FDB913F-97BE-4F33-ADAD-E8759F950D23}" dt="2023-07-09T16:46:48.233" v="12038"/>
          <ac:spMkLst>
            <pc:docMk/>
            <pc:sldMk cId="2633338165" sldId="426"/>
            <ac:spMk id="8" creationId="{EBF277A6-940E-E69D-C269-BD2C2C87B942}"/>
          </ac:spMkLst>
        </pc:spChg>
        <pc:spChg chg="add mod">
          <ac:chgData name="Shenyang Huang" userId="1ff0613d-c06d-494b-8919-b015a9b764cd" providerId="ADAL" clId="{7FDB913F-97BE-4F33-ADAD-E8759F950D23}" dt="2023-07-11T03:13:25.295" v="15781" actId="13926"/>
          <ac:spMkLst>
            <pc:docMk/>
            <pc:sldMk cId="2633338165" sldId="426"/>
            <ac:spMk id="13" creationId="{BACBEF3F-C48D-8D20-F6F6-A8782C8F28AB}"/>
          </ac:spMkLst>
        </pc:spChg>
        <pc:picChg chg="add del mod">
          <ac:chgData name="Shenyang Huang" userId="1ff0613d-c06d-494b-8919-b015a9b764cd" providerId="ADAL" clId="{7FDB913F-97BE-4F33-ADAD-E8759F950D23}" dt="2023-07-09T16:46:39.571" v="12035" actId="478"/>
          <ac:picMkLst>
            <pc:docMk/>
            <pc:sldMk cId="2633338165" sldId="426"/>
            <ac:picMk id="5" creationId="{39A1AB9A-2C16-8E87-33C3-75D1B38F50A3}"/>
          </ac:picMkLst>
        </pc:picChg>
        <pc:picChg chg="add mod">
          <ac:chgData name="Shenyang Huang" userId="1ff0613d-c06d-494b-8919-b015a9b764cd" providerId="ADAL" clId="{7FDB913F-97BE-4F33-ADAD-E8759F950D23}" dt="2023-07-10T06:18:01.427" v="13693" actId="1076"/>
          <ac:picMkLst>
            <pc:docMk/>
            <pc:sldMk cId="2633338165" sldId="426"/>
            <ac:picMk id="5" creationId="{69767681-656D-A130-869E-204DB8C8F3D4}"/>
          </ac:picMkLst>
        </pc:picChg>
        <pc:picChg chg="add del mod">
          <ac:chgData name="Shenyang Huang" userId="1ff0613d-c06d-494b-8919-b015a9b764cd" providerId="ADAL" clId="{7FDB913F-97BE-4F33-ADAD-E8759F950D23}" dt="2023-07-09T16:46:40.073" v="12036" actId="478"/>
          <ac:picMkLst>
            <pc:docMk/>
            <pc:sldMk cId="2633338165" sldId="426"/>
            <ac:picMk id="6" creationId="{30D3A0F0-E2B0-D905-6EFB-A54B527C5D18}"/>
          </ac:picMkLst>
        </pc:picChg>
        <pc:picChg chg="add del mod ord modCrop">
          <ac:chgData name="Shenyang Huang" userId="1ff0613d-c06d-494b-8919-b015a9b764cd" providerId="ADAL" clId="{7FDB913F-97BE-4F33-ADAD-E8759F950D23}" dt="2023-07-10T06:02:38.292" v="13391" actId="478"/>
          <ac:picMkLst>
            <pc:docMk/>
            <pc:sldMk cId="2633338165" sldId="426"/>
            <ac:picMk id="10" creationId="{BA75CD80-9F52-FBE2-EADE-2E513D50DA8D}"/>
          </ac:picMkLst>
        </pc:picChg>
        <pc:picChg chg="add del mod">
          <ac:chgData name="Shenyang Huang" userId="1ff0613d-c06d-494b-8919-b015a9b764cd" providerId="ADAL" clId="{7FDB913F-97BE-4F33-ADAD-E8759F950D23}" dt="2023-07-10T06:16:16.556" v="13687" actId="478"/>
          <ac:picMkLst>
            <pc:docMk/>
            <pc:sldMk cId="2633338165" sldId="426"/>
            <ac:picMk id="12" creationId="{7E333805-9B5A-F4B7-55AA-82930570083D}"/>
          </ac:picMkLst>
        </pc:picChg>
        <pc:picChg chg="add del mod">
          <ac:chgData name="Shenyang Huang" userId="1ff0613d-c06d-494b-8919-b015a9b764cd" providerId="ADAL" clId="{7FDB913F-97BE-4F33-ADAD-E8759F950D23}" dt="2023-07-09T17:18:51.903" v="12360" actId="478"/>
          <ac:picMkLst>
            <pc:docMk/>
            <pc:sldMk cId="2633338165" sldId="426"/>
            <ac:picMk id="15" creationId="{06FE021B-A439-C514-0025-A7E257BBC111}"/>
          </ac:picMkLst>
        </pc:picChg>
      </pc:sldChg>
      <pc:sldChg chg="addSp delSp modSp add mod ord">
        <pc:chgData name="Shenyang Huang" userId="1ff0613d-c06d-494b-8919-b015a9b764cd" providerId="ADAL" clId="{7FDB913F-97BE-4F33-ADAD-E8759F950D23}" dt="2023-07-10T06:16:10.117" v="13686" actId="1076"/>
        <pc:sldMkLst>
          <pc:docMk/>
          <pc:sldMk cId="1251717373" sldId="427"/>
        </pc:sldMkLst>
        <pc:spChg chg="mod">
          <ac:chgData name="Shenyang Huang" userId="1ff0613d-c06d-494b-8919-b015a9b764cd" providerId="ADAL" clId="{7FDB913F-97BE-4F33-ADAD-E8759F950D23}" dt="2023-07-09T17:22:59.653" v="12509" actId="20577"/>
          <ac:spMkLst>
            <pc:docMk/>
            <pc:sldMk cId="1251717373" sldId="427"/>
            <ac:spMk id="2" creationId="{C9594BCB-492B-195F-D094-B4D5A39A3668}"/>
          </ac:spMkLst>
        </pc:spChg>
        <pc:spChg chg="mod ord">
          <ac:chgData name="Shenyang Huang" userId="1ff0613d-c06d-494b-8919-b015a9b764cd" providerId="ADAL" clId="{7FDB913F-97BE-4F33-ADAD-E8759F950D23}" dt="2023-07-10T06:11:05.583" v="13609" actId="12"/>
          <ac:spMkLst>
            <pc:docMk/>
            <pc:sldMk cId="1251717373" sldId="427"/>
            <ac:spMk id="13" creationId="{BACBEF3F-C48D-8D20-F6F6-A8782C8F28AB}"/>
          </ac:spMkLst>
        </pc:spChg>
        <pc:picChg chg="add del mod modCrop">
          <ac:chgData name="Shenyang Huang" userId="1ff0613d-c06d-494b-8919-b015a9b764cd" providerId="ADAL" clId="{7FDB913F-97BE-4F33-ADAD-E8759F950D23}" dt="2023-07-10T05:45:15.285" v="13078" actId="478"/>
          <ac:picMkLst>
            <pc:docMk/>
            <pc:sldMk cId="1251717373" sldId="427"/>
            <ac:picMk id="5" creationId="{4364F2A7-BE4D-AB4B-62BA-068EBF35C3BD}"/>
          </ac:picMkLst>
        </pc:picChg>
        <pc:picChg chg="add del mod">
          <ac:chgData name="Shenyang Huang" userId="1ff0613d-c06d-494b-8919-b015a9b764cd" providerId="ADAL" clId="{7FDB913F-97BE-4F33-ADAD-E8759F950D23}" dt="2023-07-10T06:15:34.820" v="13649" actId="478"/>
          <ac:picMkLst>
            <pc:docMk/>
            <pc:sldMk cId="1251717373" sldId="427"/>
            <ac:picMk id="6" creationId="{6EEDE196-AEFC-F597-ED73-34F731B50116}"/>
          </ac:picMkLst>
        </pc:picChg>
        <pc:picChg chg="add del mod modCrop">
          <ac:chgData name="Shenyang Huang" userId="1ff0613d-c06d-494b-8919-b015a9b764cd" providerId="ADAL" clId="{7FDB913F-97BE-4F33-ADAD-E8759F950D23}" dt="2023-07-10T06:15:34.521" v="13648" actId="478"/>
          <ac:picMkLst>
            <pc:docMk/>
            <pc:sldMk cId="1251717373" sldId="427"/>
            <ac:picMk id="9" creationId="{845F2359-4E50-11B0-2D77-8E44221017CD}"/>
          </ac:picMkLst>
        </pc:picChg>
        <pc:picChg chg="del">
          <ac:chgData name="Shenyang Huang" userId="1ff0613d-c06d-494b-8919-b015a9b764cd" providerId="ADAL" clId="{7FDB913F-97BE-4F33-ADAD-E8759F950D23}" dt="2023-07-09T17:18:54.414" v="12362" actId="478"/>
          <ac:picMkLst>
            <pc:docMk/>
            <pc:sldMk cId="1251717373" sldId="427"/>
            <ac:picMk id="10" creationId="{BA75CD80-9F52-FBE2-EADE-2E513D50DA8D}"/>
          </ac:picMkLst>
        </pc:picChg>
        <pc:picChg chg="add mod ord modCrop">
          <ac:chgData name="Shenyang Huang" userId="1ff0613d-c06d-494b-8919-b015a9b764cd" providerId="ADAL" clId="{7FDB913F-97BE-4F33-ADAD-E8759F950D23}" dt="2023-07-10T06:16:10.117" v="13686" actId="1076"/>
          <ac:picMkLst>
            <pc:docMk/>
            <pc:sldMk cId="1251717373" sldId="427"/>
            <ac:picMk id="11" creationId="{06CF39A1-297A-5335-7FBA-239CBC8551A0}"/>
          </ac:picMkLst>
        </pc:picChg>
        <pc:picChg chg="del">
          <ac:chgData name="Shenyang Huang" userId="1ff0613d-c06d-494b-8919-b015a9b764cd" providerId="ADAL" clId="{7FDB913F-97BE-4F33-ADAD-E8759F950D23}" dt="2023-07-09T17:18:53.445" v="12361" actId="478"/>
          <ac:picMkLst>
            <pc:docMk/>
            <pc:sldMk cId="1251717373" sldId="427"/>
            <ac:picMk id="12" creationId="{7E333805-9B5A-F4B7-55AA-82930570083D}"/>
          </ac:picMkLst>
        </pc:picChg>
        <pc:picChg chg="add mod">
          <ac:chgData name="Shenyang Huang" userId="1ff0613d-c06d-494b-8919-b015a9b764cd" providerId="ADAL" clId="{7FDB913F-97BE-4F33-ADAD-E8759F950D23}" dt="2023-07-10T06:16:10.117" v="13686" actId="1076"/>
          <ac:picMkLst>
            <pc:docMk/>
            <pc:sldMk cId="1251717373" sldId="427"/>
            <ac:picMk id="14" creationId="{1CDF18A3-718A-1AF8-386A-7499AA61FCE1}"/>
          </ac:picMkLst>
        </pc:picChg>
        <pc:picChg chg="del mod">
          <ac:chgData name="Shenyang Huang" userId="1ff0613d-c06d-494b-8919-b015a9b764cd" providerId="ADAL" clId="{7FDB913F-97BE-4F33-ADAD-E8759F950D23}" dt="2023-07-10T05:45:14.954" v="13077" actId="478"/>
          <ac:picMkLst>
            <pc:docMk/>
            <pc:sldMk cId="1251717373" sldId="427"/>
            <ac:picMk id="15" creationId="{06FE021B-A439-C514-0025-A7E257BBC111}"/>
          </ac:picMkLst>
        </pc:picChg>
      </pc:sldChg>
      <pc:sldChg chg="addSp delSp modSp add mod">
        <pc:chgData name="Shenyang Huang" userId="1ff0613d-c06d-494b-8919-b015a9b764cd" providerId="ADAL" clId="{7FDB913F-97BE-4F33-ADAD-E8759F950D23}" dt="2023-07-11T03:45:36.817" v="16219" actId="20577"/>
        <pc:sldMkLst>
          <pc:docMk/>
          <pc:sldMk cId="3477240993" sldId="428"/>
        </pc:sldMkLst>
        <pc:spChg chg="mod">
          <ac:chgData name="Shenyang Huang" userId="1ff0613d-c06d-494b-8919-b015a9b764cd" providerId="ADAL" clId="{7FDB913F-97BE-4F33-ADAD-E8759F950D23}" dt="2023-07-10T06:01:16.182" v="13336" actId="20577"/>
          <ac:spMkLst>
            <pc:docMk/>
            <pc:sldMk cId="3477240993" sldId="428"/>
            <ac:spMk id="2" creationId="{C9594BCB-492B-195F-D094-B4D5A39A3668}"/>
          </ac:spMkLst>
        </pc:spChg>
        <pc:spChg chg="add del mod">
          <ac:chgData name="Shenyang Huang" userId="1ff0613d-c06d-494b-8919-b015a9b764cd" providerId="ADAL" clId="{7FDB913F-97BE-4F33-ADAD-E8759F950D23}" dt="2023-07-10T05:53:08.968" v="13140"/>
          <ac:spMkLst>
            <pc:docMk/>
            <pc:sldMk cId="3477240993" sldId="428"/>
            <ac:spMk id="3" creationId="{8529EACB-9B9E-B7CA-CFAF-CED597FEA3D3}"/>
          </ac:spMkLst>
        </pc:spChg>
        <pc:spChg chg="add del mod">
          <ac:chgData name="Shenyang Huang" userId="1ff0613d-c06d-494b-8919-b015a9b764cd" providerId="ADAL" clId="{7FDB913F-97BE-4F33-ADAD-E8759F950D23}" dt="2023-07-10T05:54:03.714" v="13158" actId="478"/>
          <ac:spMkLst>
            <pc:docMk/>
            <pc:sldMk cId="3477240993" sldId="428"/>
            <ac:spMk id="5" creationId="{B9DDBDDB-3AE0-94DA-CD86-13DE9A6B4045}"/>
          </ac:spMkLst>
        </pc:spChg>
        <pc:spChg chg="add mod">
          <ac:chgData name="Shenyang Huang" userId="1ff0613d-c06d-494b-8919-b015a9b764cd" providerId="ADAL" clId="{7FDB913F-97BE-4F33-ADAD-E8759F950D23}" dt="2023-07-11T03:45:36.817" v="16219" actId="20577"/>
          <ac:spMkLst>
            <pc:docMk/>
            <pc:sldMk cId="3477240993" sldId="428"/>
            <ac:spMk id="10" creationId="{95837C9D-0791-B016-3D58-D6FDF826A5EB}"/>
          </ac:spMkLst>
        </pc:spChg>
        <pc:spChg chg="add del mod">
          <ac:chgData name="Shenyang Huang" userId="1ff0613d-c06d-494b-8919-b015a9b764cd" providerId="ADAL" clId="{7FDB913F-97BE-4F33-ADAD-E8759F950D23}" dt="2023-07-10T05:55:41.517" v="13210" actId="478"/>
          <ac:spMkLst>
            <pc:docMk/>
            <pc:sldMk cId="3477240993" sldId="428"/>
            <ac:spMk id="13" creationId="{BACBEF3F-C48D-8D20-F6F6-A8782C8F28AB}"/>
          </ac:spMkLst>
        </pc:spChg>
        <pc:graphicFrameChg chg="add mod modGraphic">
          <ac:chgData name="Shenyang Huang" userId="1ff0613d-c06d-494b-8919-b015a9b764cd" providerId="ADAL" clId="{7FDB913F-97BE-4F33-ADAD-E8759F950D23}" dt="2023-07-11T03:10:50.235" v="15780" actId="20577"/>
          <ac:graphicFrameMkLst>
            <pc:docMk/>
            <pc:sldMk cId="3477240993" sldId="428"/>
            <ac:graphicFrameMk id="7" creationId="{989EE005-5ABF-6AD4-012F-23348F394990}"/>
          </ac:graphicFrameMkLst>
        </pc:graphicFrameChg>
        <pc:picChg chg="del">
          <ac:chgData name="Shenyang Huang" userId="1ff0613d-c06d-494b-8919-b015a9b764cd" providerId="ADAL" clId="{7FDB913F-97BE-4F33-ADAD-E8759F950D23}" dt="2023-07-10T05:46:20.975" v="13136" actId="478"/>
          <ac:picMkLst>
            <pc:docMk/>
            <pc:sldMk cId="3477240993" sldId="428"/>
            <ac:picMk id="6" creationId="{6EEDE196-AEFC-F597-ED73-34F731B50116}"/>
          </ac:picMkLst>
        </pc:picChg>
        <pc:picChg chg="del">
          <ac:chgData name="Shenyang Huang" userId="1ff0613d-c06d-494b-8919-b015a9b764cd" providerId="ADAL" clId="{7FDB913F-97BE-4F33-ADAD-E8759F950D23}" dt="2023-07-10T05:46:21.218" v="13137" actId="478"/>
          <ac:picMkLst>
            <pc:docMk/>
            <pc:sldMk cId="3477240993" sldId="428"/>
            <ac:picMk id="9" creationId="{845F2359-4E50-11B0-2D77-8E44221017CD}"/>
          </ac:picMkLst>
        </pc:picChg>
      </pc:sldChg>
      <pc:sldChg chg="addSp delSp modSp add mod">
        <pc:chgData name="Shenyang Huang" userId="1ff0613d-c06d-494b-8919-b015a9b764cd" providerId="ADAL" clId="{7FDB913F-97BE-4F33-ADAD-E8759F950D23}" dt="2023-07-11T03:13:45.182" v="15782" actId="13926"/>
        <pc:sldMkLst>
          <pc:docMk/>
          <pc:sldMk cId="2125468203" sldId="429"/>
        </pc:sldMkLst>
        <pc:spChg chg="mod">
          <ac:chgData name="Shenyang Huang" userId="1ff0613d-c06d-494b-8919-b015a9b764cd" providerId="ADAL" clId="{7FDB913F-97BE-4F33-ADAD-E8759F950D23}" dt="2023-07-10T06:11:22.849" v="13634" actId="20577"/>
          <ac:spMkLst>
            <pc:docMk/>
            <pc:sldMk cId="2125468203" sldId="429"/>
            <ac:spMk id="2" creationId="{C9594BCB-492B-195F-D094-B4D5A39A3668}"/>
          </ac:spMkLst>
        </pc:spChg>
        <pc:spChg chg="del">
          <ac:chgData name="Shenyang Huang" userId="1ff0613d-c06d-494b-8919-b015a9b764cd" providerId="ADAL" clId="{7FDB913F-97BE-4F33-ADAD-E8759F950D23}" dt="2023-07-10T06:18:23.053" v="13699" actId="478"/>
          <ac:spMkLst>
            <pc:docMk/>
            <pc:sldMk cId="2125468203" sldId="429"/>
            <ac:spMk id="8" creationId="{EBF277A6-940E-E69D-C269-BD2C2C87B942}"/>
          </ac:spMkLst>
        </pc:spChg>
        <pc:spChg chg="add del mod">
          <ac:chgData name="Shenyang Huang" userId="1ff0613d-c06d-494b-8919-b015a9b764cd" providerId="ADAL" clId="{7FDB913F-97BE-4F33-ADAD-E8759F950D23}" dt="2023-07-10T06:18:23.053" v="13699" actId="478"/>
          <ac:spMkLst>
            <pc:docMk/>
            <pc:sldMk cId="2125468203" sldId="429"/>
            <ac:spMk id="9" creationId="{72A7C0BC-50C7-E20E-AAC2-6169786845A1}"/>
          </ac:spMkLst>
        </pc:spChg>
        <pc:spChg chg="mod">
          <ac:chgData name="Shenyang Huang" userId="1ff0613d-c06d-494b-8919-b015a9b764cd" providerId="ADAL" clId="{7FDB913F-97BE-4F33-ADAD-E8759F950D23}" dt="2023-07-11T03:13:45.182" v="15782" actId="13926"/>
          <ac:spMkLst>
            <pc:docMk/>
            <pc:sldMk cId="2125468203" sldId="429"/>
            <ac:spMk id="13" creationId="{BACBEF3F-C48D-8D20-F6F6-A8782C8F28AB}"/>
          </ac:spMkLst>
        </pc:spChg>
        <pc:picChg chg="add del mod modCrop">
          <ac:chgData name="Shenyang Huang" userId="1ff0613d-c06d-494b-8919-b015a9b764cd" providerId="ADAL" clId="{7FDB913F-97BE-4F33-ADAD-E8759F950D23}" dt="2023-07-10T06:18:04.857" v="13695" actId="478"/>
          <ac:picMkLst>
            <pc:docMk/>
            <pc:sldMk cId="2125468203" sldId="429"/>
            <ac:picMk id="5" creationId="{5C010623-B972-F964-FF6F-04C2B1D36247}"/>
          </ac:picMkLst>
        </pc:picChg>
        <pc:picChg chg="add del mod">
          <ac:chgData name="Shenyang Huang" userId="1ff0613d-c06d-494b-8919-b015a9b764cd" providerId="ADAL" clId="{7FDB913F-97BE-4F33-ADAD-E8759F950D23}" dt="2023-07-10T06:18:04.629" v="13694" actId="478"/>
          <ac:picMkLst>
            <pc:docMk/>
            <pc:sldMk cId="2125468203" sldId="429"/>
            <ac:picMk id="7" creationId="{BA0DCF53-14B8-B718-8F0B-7ACB6FB8E642}"/>
          </ac:picMkLst>
        </pc:picChg>
        <pc:picChg chg="add mod">
          <ac:chgData name="Shenyang Huang" userId="1ff0613d-c06d-494b-8919-b015a9b764cd" providerId="ADAL" clId="{7FDB913F-97BE-4F33-ADAD-E8759F950D23}" dt="2023-07-10T12:00:46.887" v="14126" actId="1035"/>
          <ac:picMkLst>
            <pc:docMk/>
            <pc:sldMk cId="2125468203" sldId="429"/>
            <ac:picMk id="11" creationId="{01534CDB-0AA3-4755-593D-4B98D10A94B8}"/>
          </ac:picMkLst>
        </pc:picChg>
        <pc:picChg chg="del">
          <ac:chgData name="Shenyang Huang" userId="1ff0613d-c06d-494b-8919-b015a9b764cd" providerId="ADAL" clId="{7FDB913F-97BE-4F33-ADAD-E8759F950D23}" dt="2023-07-10T06:11:28.943" v="13636" actId="478"/>
          <ac:picMkLst>
            <pc:docMk/>
            <pc:sldMk cId="2125468203" sldId="429"/>
            <ac:picMk id="12" creationId="{7E333805-9B5A-F4B7-55AA-82930570083D}"/>
          </ac:picMkLst>
        </pc:picChg>
        <pc:picChg chg="add mod modCrop">
          <ac:chgData name="Shenyang Huang" userId="1ff0613d-c06d-494b-8919-b015a9b764cd" providerId="ADAL" clId="{7FDB913F-97BE-4F33-ADAD-E8759F950D23}" dt="2023-07-10T12:00:46.887" v="14126" actId="1035"/>
          <ac:picMkLst>
            <pc:docMk/>
            <pc:sldMk cId="2125468203" sldId="429"/>
            <ac:picMk id="15" creationId="{C7601411-F255-74DF-5D5C-5D382CF736A7}"/>
          </ac:picMkLst>
        </pc:picChg>
      </pc:sldChg>
      <pc:sldChg chg="addSp delSp modSp new mod modShow">
        <pc:chgData name="Shenyang Huang" userId="1ff0613d-c06d-494b-8919-b015a9b764cd" providerId="ADAL" clId="{7FDB913F-97BE-4F33-ADAD-E8759F950D23}" dt="2023-07-10T12:00:58.001" v="14127" actId="729"/>
        <pc:sldMkLst>
          <pc:docMk/>
          <pc:sldMk cId="1668713924" sldId="430"/>
        </pc:sldMkLst>
        <pc:spChg chg="mod">
          <ac:chgData name="Shenyang Huang" userId="1ff0613d-c06d-494b-8919-b015a9b764cd" providerId="ADAL" clId="{7FDB913F-97BE-4F33-ADAD-E8759F950D23}" dt="2023-07-10T08:51:14.837" v="13990" actId="20577"/>
          <ac:spMkLst>
            <pc:docMk/>
            <pc:sldMk cId="1668713924" sldId="430"/>
            <ac:spMk id="2" creationId="{EC9C926D-D896-C551-12B9-D47EA7D4FCDC}"/>
          </ac:spMkLst>
        </pc:spChg>
        <pc:spChg chg="mod">
          <ac:chgData name="Shenyang Huang" userId="1ff0613d-c06d-494b-8919-b015a9b764cd" providerId="ADAL" clId="{7FDB913F-97BE-4F33-ADAD-E8759F950D23}" dt="2023-07-10T08:53:32.110" v="14004" actId="20577"/>
          <ac:spMkLst>
            <pc:docMk/>
            <pc:sldMk cId="1668713924" sldId="430"/>
            <ac:spMk id="3" creationId="{BE36E86C-E6A6-284D-51CC-FF431C13733F}"/>
          </ac:spMkLst>
        </pc:spChg>
        <pc:picChg chg="add del mod">
          <ac:chgData name="Shenyang Huang" userId="1ff0613d-c06d-494b-8919-b015a9b764cd" providerId="ADAL" clId="{7FDB913F-97BE-4F33-ADAD-E8759F950D23}" dt="2023-07-10T10:03:59.333" v="14005" actId="478"/>
          <ac:picMkLst>
            <pc:docMk/>
            <pc:sldMk cId="1668713924" sldId="430"/>
            <ac:picMk id="6" creationId="{71BBD374-2B6E-52B6-21CB-4DA6E22DD964}"/>
          </ac:picMkLst>
        </pc:picChg>
      </pc:sldChg>
      <pc:sldChg chg="addSp delSp modSp add mod modAnim">
        <pc:chgData name="Shenyang Huang" userId="1ff0613d-c06d-494b-8919-b015a9b764cd" providerId="ADAL" clId="{7FDB913F-97BE-4F33-ADAD-E8759F950D23}" dt="2023-07-10T13:48:03.044" v="15500"/>
        <pc:sldMkLst>
          <pc:docMk/>
          <pc:sldMk cId="1094285095" sldId="431"/>
        </pc:sldMkLst>
        <pc:spChg chg="mod">
          <ac:chgData name="Shenyang Huang" userId="1ff0613d-c06d-494b-8919-b015a9b764cd" providerId="ADAL" clId="{7FDB913F-97BE-4F33-ADAD-E8759F950D23}" dt="2023-07-10T13:46:23.084" v="15386" actId="20577"/>
          <ac:spMkLst>
            <pc:docMk/>
            <pc:sldMk cId="1094285095" sldId="431"/>
            <ac:spMk id="2" creationId="{BAE79EB7-9564-C925-8FEC-255503487CEE}"/>
          </ac:spMkLst>
        </pc:spChg>
        <pc:spChg chg="add mod">
          <ac:chgData name="Shenyang Huang" userId="1ff0613d-c06d-494b-8919-b015a9b764cd" providerId="ADAL" clId="{7FDB913F-97BE-4F33-ADAD-E8759F950D23}" dt="2023-07-10T13:47:43.687" v="15498" actId="20577"/>
          <ac:spMkLst>
            <pc:docMk/>
            <pc:sldMk cId="1094285095" sldId="431"/>
            <ac:spMk id="9" creationId="{0568E2E9-AA06-421E-E61F-63C39E35CA83}"/>
          </ac:spMkLst>
        </pc:spChg>
        <pc:spChg chg="add mod">
          <ac:chgData name="Shenyang Huang" userId="1ff0613d-c06d-494b-8919-b015a9b764cd" providerId="ADAL" clId="{7FDB913F-97BE-4F33-ADAD-E8759F950D23}" dt="2023-07-10T13:46:14.099" v="15371" actId="113"/>
          <ac:spMkLst>
            <pc:docMk/>
            <pc:sldMk cId="1094285095" sldId="431"/>
            <ac:spMk id="10" creationId="{E0C679C5-7581-F155-A5C5-336EF85DDF62}"/>
          </ac:spMkLst>
        </pc:spChg>
        <pc:spChg chg="del">
          <ac:chgData name="Shenyang Huang" userId="1ff0613d-c06d-494b-8919-b015a9b764cd" providerId="ADAL" clId="{7FDB913F-97BE-4F33-ADAD-E8759F950D23}" dt="2023-07-10T13:27:55.552" v="14555" actId="478"/>
          <ac:spMkLst>
            <pc:docMk/>
            <pc:sldMk cId="1094285095" sldId="431"/>
            <ac:spMk id="13" creationId="{E9A7A8B5-DE5F-1633-D841-EEE548DCCA32}"/>
          </ac:spMkLst>
        </pc:spChg>
        <pc:grpChg chg="add mod">
          <ac:chgData name="Shenyang Huang" userId="1ff0613d-c06d-494b-8919-b015a9b764cd" providerId="ADAL" clId="{7FDB913F-97BE-4F33-ADAD-E8759F950D23}" dt="2023-07-10T13:30:43.183" v="15034" actId="1076"/>
          <ac:grpSpMkLst>
            <pc:docMk/>
            <pc:sldMk cId="1094285095" sldId="431"/>
            <ac:grpSpMk id="7" creationId="{521F8568-000E-3395-7F3A-A5D4563790A6}"/>
          </ac:grpSpMkLst>
        </pc:grpChg>
        <pc:picChg chg="add mod modCrop">
          <ac:chgData name="Shenyang Huang" userId="1ff0613d-c06d-494b-8919-b015a9b764cd" providerId="ADAL" clId="{7FDB913F-97BE-4F33-ADAD-E8759F950D23}" dt="2023-07-10T13:24:58.560" v="14532" actId="164"/>
          <ac:picMkLst>
            <pc:docMk/>
            <pc:sldMk cId="1094285095" sldId="431"/>
            <ac:picMk id="5" creationId="{C7078F44-9AB4-35BC-D5DE-1841DFFDAA35}"/>
          </ac:picMkLst>
        </pc:picChg>
        <pc:picChg chg="add mod modCrop">
          <ac:chgData name="Shenyang Huang" userId="1ff0613d-c06d-494b-8919-b015a9b764cd" providerId="ADAL" clId="{7FDB913F-97BE-4F33-ADAD-E8759F950D23}" dt="2023-07-10T13:24:58.560" v="14532" actId="164"/>
          <ac:picMkLst>
            <pc:docMk/>
            <pc:sldMk cId="1094285095" sldId="431"/>
            <ac:picMk id="6" creationId="{AD58FF5C-A9C0-0558-6CD4-96A2D7C9CFEB}"/>
          </ac:picMkLst>
        </pc:picChg>
        <pc:picChg chg="add mod">
          <ac:chgData name="Shenyang Huang" userId="1ff0613d-c06d-494b-8919-b015a9b764cd" providerId="ADAL" clId="{7FDB913F-97BE-4F33-ADAD-E8759F950D23}" dt="2023-07-10T13:30:41.488" v="15033" actId="1076"/>
          <ac:picMkLst>
            <pc:docMk/>
            <pc:sldMk cId="1094285095" sldId="431"/>
            <ac:picMk id="8" creationId="{AF077D3F-D104-65AD-FE10-BB454F48C469}"/>
          </ac:picMkLst>
        </pc:picChg>
      </pc:sldChg>
      <pc:sldChg chg="delSp modSp new mod">
        <pc:chgData name="Shenyang Huang" userId="1ff0613d-c06d-494b-8919-b015a9b764cd" providerId="ADAL" clId="{7FDB913F-97BE-4F33-ADAD-E8759F950D23}" dt="2023-07-11T03:16:30.603" v="16017" actId="1076"/>
        <pc:sldMkLst>
          <pc:docMk/>
          <pc:sldMk cId="276975065" sldId="432"/>
        </pc:sldMkLst>
        <pc:spChg chg="mod">
          <ac:chgData name="Shenyang Huang" userId="1ff0613d-c06d-494b-8919-b015a9b764cd" providerId="ADAL" clId="{7FDB913F-97BE-4F33-ADAD-E8759F950D23}" dt="2023-07-11T03:16:30.603" v="16017" actId="1076"/>
          <ac:spMkLst>
            <pc:docMk/>
            <pc:sldMk cId="276975065" sldId="432"/>
            <ac:spMk id="2" creationId="{1AC9BE9D-0EB3-A251-ECE5-EA5E55FAC0D7}"/>
          </ac:spMkLst>
        </pc:spChg>
        <pc:spChg chg="del">
          <ac:chgData name="Shenyang Huang" userId="1ff0613d-c06d-494b-8919-b015a9b764cd" providerId="ADAL" clId="{7FDB913F-97BE-4F33-ADAD-E8759F950D23}" dt="2023-07-11T03:16:28.256" v="16016" actId="478"/>
          <ac:spMkLst>
            <pc:docMk/>
            <pc:sldMk cId="276975065" sldId="432"/>
            <ac:spMk id="3" creationId="{A05860AF-DB7D-C198-0E9E-3464CAE7102D}"/>
          </ac:spMkLst>
        </pc:spChg>
      </pc:sldChg>
      <pc:sldChg chg="modSp add mod ord">
        <pc:chgData name="Shenyang Huang" userId="1ff0613d-c06d-494b-8919-b015a9b764cd" providerId="ADAL" clId="{7FDB913F-97BE-4F33-ADAD-E8759F950D23}" dt="2023-07-11T03:16:39.692" v="16024" actId="6549"/>
        <pc:sldMkLst>
          <pc:docMk/>
          <pc:sldMk cId="1566546964" sldId="433"/>
        </pc:sldMkLst>
        <pc:spChg chg="mod">
          <ac:chgData name="Shenyang Huang" userId="1ff0613d-c06d-494b-8919-b015a9b764cd" providerId="ADAL" clId="{7FDB913F-97BE-4F33-ADAD-E8759F950D23}" dt="2023-07-11T03:16:39.692" v="16024" actId="6549"/>
          <ac:spMkLst>
            <pc:docMk/>
            <pc:sldMk cId="1566546964" sldId="433"/>
            <ac:spMk id="2" creationId="{1AC9BE9D-0EB3-A251-ECE5-EA5E55FAC0D7}"/>
          </ac:spMkLst>
        </pc:spChg>
      </pc:sldChg>
      <pc:sldChg chg="delSp modSp add mod delAnim">
        <pc:chgData name="Shenyang Huang" userId="1ff0613d-c06d-494b-8919-b015a9b764cd" providerId="ADAL" clId="{7FDB913F-97BE-4F33-ADAD-E8759F950D23}" dt="2023-07-11T03:45:02.536" v="16134" actId="20577"/>
        <pc:sldMkLst>
          <pc:docMk/>
          <pc:sldMk cId="1043803202" sldId="434"/>
        </pc:sldMkLst>
        <pc:spChg chg="mod">
          <ac:chgData name="Shenyang Huang" userId="1ff0613d-c06d-494b-8919-b015a9b764cd" providerId="ADAL" clId="{7FDB913F-97BE-4F33-ADAD-E8759F950D23}" dt="2023-07-11T03:45:02.536" v="16134" actId="20577"/>
          <ac:spMkLst>
            <pc:docMk/>
            <pc:sldMk cId="1043803202" sldId="434"/>
            <ac:spMk id="3" creationId="{00000000-0000-0000-0000-000000000000}"/>
          </ac:spMkLst>
        </pc:spChg>
        <pc:picChg chg="del">
          <ac:chgData name="Shenyang Huang" userId="1ff0613d-c06d-494b-8919-b015a9b764cd" providerId="ADAL" clId="{7FDB913F-97BE-4F33-ADAD-E8759F950D23}" dt="2023-07-11T03:44:19.003" v="16026" actId="478"/>
          <ac:picMkLst>
            <pc:docMk/>
            <pc:sldMk cId="1043803202" sldId="434"/>
            <ac:picMk id="6" creationId="{2D5B480F-DE68-ED7B-B777-768AE87733DA}"/>
          </ac:picMkLst>
        </pc:picChg>
        <pc:picChg chg="del">
          <ac:chgData name="Shenyang Huang" userId="1ff0613d-c06d-494b-8919-b015a9b764cd" providerId="ADAL" clId="{7FDB913F-97BE-4F33-ADAD-E8759F950D23}" dt="2023-07-11T03:44:19.214" v="16027" actId="478"/>
          <ac:picMkLst>
            <pc:docMk/>
            <pc:sldMk cId="1043803202" sldId="434"/>
            <ac:picMk id="8" creationId="{B486748A-E99E-E89C-63CD-CE9AE91E3B2F}"/>
          </ac:picMkLst>
        </pc:picChg>
      </pc:sldChg>
      <pc:sldMasterChg chg="modSldLayout">
        <pc:chgData name="Shenyang Huang" userId="1ff0613d-c06d-494b-8919-b015a9b764cd" providerId="ADAL" clId="{7FDB913F-97BE-4F33-ADAD-E8759F950D23}" dt="2023-07-06T06:42:33.298" v="5731" actId="14100"/>
        <pc:sldMasterMkLst>
          <pc:docMk/>
          <pc:sldMasterMk cId="2840160922" sldId="2147483648"/>
        </pc:sldMasterMkLst>
        <pc:sldLayoutChg chg="modSp mod">
          <pc:chgData name="Shenyang Huang" userId="1ff0613d-c06d-494b-8919-b015a9b764cd" providerId="ADAL" clId="{7FDB913F-97BE-4F33-ADAD-E8759F950D23}" dt="2023-07-06T06:42:33.298" v="5731" actId="14100"/>
          <pc:sldLayoutMkLst>
            <pc:docMk/>
            <pc:sldMasterMk cId="2840160922" sldId="2147483648"/>
            <pc:sldLayoutMk cId="3975566150" sldId="2147483650"/>
          </pc:sldLayoutMkLst>
          <pc:spChg chg="mod">
            <ac:chgData name="Shenyang Huang" userId="1ff0613d-c06d-494b-8919-b015a9b764cd" providerId="ADAL" clId="{7FDB913F-97BE-4F33-ADAD-E8759F950D23}" dt="2023-07-06T06:42:31.217" v="5730" actId="14100"/>
            <ac:spMkLst>
              <pc:docMk/>
              <pc:sldMasterMk cId="2840160922" sldId="2147483648"/>
              <pc:sldLayoutMk cId="3975566150" sldId="2147483650"/>
              <ac:spMk id="2" creationId="{00000000-0000-0000-0000-000000000000}"/>
            </ac:spMkLst>
          </pc:spChg>
          <pc:spChg chg="mod">
            <ac:chgData name="Shenyang Huang" userId="1ff0613d-c06d-494b-8919-b015a9b764cd" providerId="ADAL" clId="{7FDB913F-97BE-4F33-ADAD-E8759F950D23}" dt="2023-07-06T06:42:33.298" v="5731" actId="14100"/>
            <ac:spMkLst>
              <pc:docMk/>
              <pc:sldMasterMk cId="2840160922" sldId="2147483648"/>
              <pc:sldLayoutMk cId="3975566150" sldId="2147483650"/>
              <ac:spMk id="3" creationId="{00000000-0000-0000-0000-000000000000}"/>
            </ac:spMkLst>
          </pc:spChg>
        </pc:sldLayoutChg>
      </pc:sldMasterChg>
    </pc:docChg>
  </pc:docChgLst>
  <pc:docChgLst>
    <pc:chgData name="Shenyang Huang" userId="1ff0613d-c06d-494b-8919-b015a9b764cd" providerId="ADAL" clId="{39D8241E-5D28-43E5-A304-1E0AED4E0DCB}"/>
    <pc:docChg chg="undo custSel addSld delSld modSld sldOrd">
      <pc:chgData name="Shenyang Huang" userId="1ff0613d-c06d-494b-8919-b015a9b764cd" providerId="ADAL" clId="{39D8241E-5D28-43E5-A304-1E0AED4E0DCB}" dt="2023-07-16T16:02:24.440" v="906" actId="113"/>
      <pc:docMkLst>
        <pc:docMk/>
      </pc:docMkLst>
      <pc:sldChg chg="modSp mod">
        <pc:chgData name="Shenyang Huang" userId="1ff0613d-c06d-494b-8919-b015a9b764cd" providerId="ADAL" clId="{39D8241E-5D28-43E5-A304-1E0AED4E0DCB}" dt="2023-07-16T15:56:18.571" v="30" actId="20577"/>
        <pc:sldMkLst>
          <pc:docMk/>
          <pc:sldMk cId="191770549" sldId="256"/>
        </pc:sldMkLst>
        <pc:spChg chg="mod">
          <ac:chgData name="Shenyang Huang" userId="1ff0613d-c06d-494b-8919-b015a9b764cd" providerId="ADAL" clId="{39D8241E-5D28-43E5-A304-1E0AED4E0DCB}" dt="2023-07-16T15:56:18.571" v="30" actId="20577"/>
          <ac:spMkLst>
            <pc:docMk/>
            <pc:sldMk cId="191770549" sldId="256"/>
            <ac:spMk id="3" creationId="{00000000-0000-0000-0000-000000000000}"/>
          </ac:spMkLst>
        </pc:spChg>
      </pc:sldChg>
      <pc:sldChg chg="modSp mod ord">
        <pc:chgData name="Shenyang Huang" userId="1ff0613d-c06d-494b-8919-b015a9b764cd" providerId="ADAL" clId="{39D8241E-5D28-43E5-A304-1E0AED4E0DCB}" dt="2023-07-16T16:01:23.806" v="821" actId="20577"/>
        <pc:sldMkLst>
          <pc:docMk/>
          <pc:sldMk cId="1919693710" sldId="413"/>
        </pc:sldMkLst>
        <pc:spChg chg="mod">
          <ac:chgData name="Shenyang Huang" userId="1ff0613d-c06d-494b-8919-b015a9b764cd" providerId="ADAL" clId="{39D8241E-5D28-43E5-A304-1E0AED4E0DCB}" dt="2023-07-16T16:01:23.806" v="821" actId="20577"/>
          <ac:spMkLst>
            <pc:docMk/>
            <pc:sldMk cId="1919693710" sldId="413"/>
            <ac:spMk id="3" creationId="{00000000-0000-0000-0000-000000000000}"/>
          </ac:spMkLst>
        </pc:spChg>
      </pc:sldChg>
      <pc:sldChg chg="del">
        <pc:chgData name="Shenyang Huang" userId="1ff0613d-c06d-494b-8919-b015a9b764cd" providerId="ADAL" clId="{39D8241E-5D28-43E5-A304-1E0AED4E0DCB}" dt="2023-07-16T15:56:31.873" v="31" actId="47"/>
        <pc:sldMkLst>
          <pc:docMk/>
          <pc:sldMk cId="828671563" sldId="425"/>
        </pc:sldMkLst>
      </pc:sldChg>
      <pc:sldChg chg="modSp add mod ord">
        <pc:chgData name="Shenyang Huang" userId="1ff0613d-c06d-494b-8919-b015a9b764cd" providerId="ADAL" clId="{39D8241E-5D28-43E5-A304-1E0AED4E0DCB}" dt="2023-07-16T16:02:24.440" v="906" actId="113"/>
        <pc:sldMkLst>
          <pc:docMk/>
          <pc:sldMk cId="2508581547" sldId="435"/>
        </pc:sldMkLst>
        <pc:spChg chg="mod">
          <ac:chgData name="Shenyang Huang" userId="1ff0613d-c06d-494b-8919-b015a9b764cd" providerId="ADAL" clId="{39D8241E-5D28-43E5-A304-1E0AED4E0DCB}" dt="2023-07-16T16:01:39.403" v="844" actId="20577"/>
          <ac:spMkLst>
            <pc:docMk/>
            <pc:sldMk cId="2508581547" sldId="435"/>
            <ac:spMk id="2" creationId="{BAE79EB7-9564-C925-8FEC-255503487CEE}"/>
          </ac:spMkLst>
        </pc:spChg>
        <pc:spChg chg="mod">
          <ac:chgData name="Shenyang Huang" userId="1ff0613d-c06d-494b-8919-b015a9b764cd" providerId="ADAL" clId="{39D8241E-5D28-43E5-A304-1E0AED4E0DCB}" dt="2023-07-16T16:02:24.440" v="906" actId="113"/>
          <ac:spMkLst>
            <pc:docMk/>
            <pc:sldMk cId="2508581547" sldId="435"/>
            <ac:spMk id="13" creationId="{E9A7A8B5-DE5F-1633-D841-EEE548DCCA32}"/>
          </ac:spMkLst>
        </pc:spChg>
      </pc:sldChg>
    </pc:docChg>
  </pc:docChgLst>
</pc:chgInfo>
</file>

<file path=ppt/comments/modernComment_104_940F81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B2E1B5-C4FA-4A07-9648-87E49793F34E}" authorId="{9FB2DE9A-1DD0-B846-824B-7E6292998354}" created="2023-07-11T03:07:43.4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84044145" sldId="260"/>
      <ac:spMk id="3" creationId="{00000000-0000-0000-0000-000000000000}"/>
      <ac:txMk cp="379" len="72">
        <ac:context len="655" hash="2779450893"/>
      </ac:txMk>
    </ac:txMkLst>
    <p188:pos x="10272823" y="2294842"/>
    <p188:txBody>
      <a:bodyPr/>
      <a:lstStyle/>
      <a:p>
        <a:r>
          <a:rPr lang="zh-CN" altLang="en-US"/>
          <a:t>This may be contradicting the literation -- Anna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41B45-881E-454B-BE7B-711A49CB9194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D64EE-501A-4A7E-B567-03AEEC19FA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0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CD6C2-5B7C-1640-BF8E-5E15CD6660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2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724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 Can also examine baseline connectivity and retrieval connectivity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612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Target 15 MFG_L_7_1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trial_type:age_grp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      estimate     SE  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OA </a:t>
            </a:r>
            <a:r>
              <a:rPr lang="en-US" altLang="zh-CN" dirty="0" err="1"/>
              <a:t>rem_sbjinc</a:t>
            </a:r>
            <a:r>
              <a:rPr lang="en-US" altLang="zh-CN" dirty="0"/>
              <a:t>   0.0521 0.0138 371.0   3.771  0.0011</a:t>
            </a:r>
          </a:p>
          <a:p>
            <a:r>
              <a:rPr lang="en-US" altLang="zh-CN" dirty="0"/>
              <a:t> YA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-0.0192 0.0117 371.0  -1.640  0.3574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rem_sbjcon</a:t>
            </a:r>
            <a:r>
              <a:rPr lang="en-US" altLang="zh-CN" dirty="0"/>
              <a:t>   0.0256 0.0195  85.3   1.314  0.5567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rem_sbjinc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-0.0457 0.0195  85.3  -2.344  0.0961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r>
              <a:rPr lang="en-US" altLang="zh-CN" dirty="0"/>
              <a:t>P value adjustment: </a:t>
            </a:r>
            <a:r>
              <a:rPr lang="en-US" altLang="zh-CN" dirty="0" err="1"/>
              <a:t>tukey</a:t>
            </a:r>
            <a:r>
              <a:rPr lang="en-US" altLang="zh-CN" dirty="0"/>
              <a:t> method for comparing a family of 4 estimates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27 MFG_L_7_7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trial_type:age_grp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      estimate     SE  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OA </a:t>
            </a:r>
            <a:r>
              <a:rPr lang="en-US" altLang="zh-CN" dirty="0" err="1"/>
              <a:t>rem_sbjinc</a:t>
            </a:r>
            <a:r>
              <a:rPr lang="en-US" altLang="zh-CN" dirty="0"/>
              <a:t>   0.0563 0.0152 371.0   3.716  0.0013</a:t>
            </a:r>
          </a:p>
          <a:p>
            <a:r>
              <a:rPr lang="en-US" altLang="zh-CN" dirty="0"/>
              <a:t> YA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-0.0222 0.0128 371.0  -1.731  0.3089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rem_sbjcon</a:t>
            </a:r>
            <a:r>
              <a:rPr lang="en-US" altLang="zh-CN" dirty="0"/>
              <a:t>   0.0442 0.0219  83.4   2.021  0.1886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rem_sbjinc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-0.0344 0.0219  83.4  -1.573  0.3997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r>
              <a:rPr lang="en-US" altLang="zh-CN" dirty="0"/>
              <a:t>P value adjustment: </a:t>
            </a:r>
            <a:r>
              <a:rPr lang="en-US" altLang="zh-CN" dirty="0" err="1"/>
              <a:t>tukey</a:t>
            </a:r>
            <a:r>
              <a:rPr lang="en-US" altLang="zh-CN" dirty="0"/>
              <a:t> method for comparing a family of 4 estimates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17 MFG_L_7_2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 0.0358 0.0101 371   3.534  0.0005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23 MFG_L_7_5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 0.0609 0.013 371   4.704  &lt;.0001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88 MTG_R_4_4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-0.0739 0.0197 371  -3.748  0.0002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194 Cun_R_5_3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-0.0471 0.0131 371  -3.587  0.0004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08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Results with 2-split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263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Target 15 MFG_L_7_1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trial_type:age_grp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      estimate     SE  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OA </a:t>
            </a:r>
            <a:r>
              <a:rPr lang="en-US" altLang="zh-CN" dirty="0" err="1"/>
              <a:t>rem_sbjinc</a:t>
            </a:r>
            <a:r>
              <a:rPr lang="en-US" altLang="zh-CN" dirty="0"/>
              <a:t>   0.0521 0.0138 371.0   3.771  0.0011</a:t>
            </a:r>
          </a:p>
          <a:p>
            <a:r>
              <a:rPr lang="en-US" altLang="zh-CN" dirty="0"/>
              <a:t> YA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-0.0192 0.0117 371.0  -1.640  0.3574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rem_sbjcon</a:t>
            </a:r>
            <a:r>
              <a:rPr lang="en-US" altLang="zh-CN" dirty="0"/>
              <a:t>   0.0256 0.0195  85.3   1.314  0.5567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rem_sbjinc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-0.0457 0.0195  85.3  -2.344  0.0961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r>
              <a:rPr lang="en-US" altLang="zh-CN" dirty="0"/>
              <a:t>P value adjustment: </a:t>
            </a:r>
            <a:r>
              <a:rPr lang="en-US" altLang="zh-CN" dirty="0" err="1"/>
              <a:t>tukey</a:t>
            </a:r>
            <a:r>
              <a:rPr lang="en-US" altLang="zh-CN" dirty="0"/>
              <a:t> method for comparing a family of 4 estimates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27 MFG_L_7_7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trial_type:age_grp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      estimate     SE  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OA </a:t>
            </a:r>
            <a:r>
              <a:rPr lang="en-US" altLang="zh-CN" dirty="0" err="1"/>
              <a:t>rem_sbjinc</a:t>
            </a:r>
            <a:r>
              <a:rPr lang="en-US" altLang="zh-CN" dirty="0"/>
              <a:t>   0.0563 0.0152 371.0   3.716  0.0013</a:t>
            </a:r>
          </a:p>
          <a:p>
            <a:r>
              <a:rPr lang="en-US" altLang="zh-CN" dirty="0"/>
              <a:t> YA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-0.0222 0.0128 371.0  -1.731  0.3089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rem_sbjcon</a:t>
            </a:r>
            <a:r>
              <a:rPr lang="en-US" altLang="zh-CN" dirty="0"/>
              <a:t> - YA </a:t>
            </a:r>
            <a:r>
              <a:rPr lang="en-US" altLang="zh-CN" dirty="0" err="1"/>
              <a:t>rem_sbjcon</a:t>
            </a:r>
            <a:r>
              <a:rPr lang="en-US" altLang="zh-CN" dirty="0"/>
              <a:t>   0.0442 0.0219  83.4   2.021  0.1886</a:t>
            </a:r>
          </a:p>
          <a:p>
            <a:r>
              <a:rPr lang="en-US" altLang="zh-CN" dirty="0"/>
              <a:t> OA </a:t>
            </a:r>
            <a:r>
              <a:rPr lang="en-US" altLang="zh-CN" dirty="0" err="1"/>
              <a:t>rem_sbjinc</a:t>
            </a:r>
            <a:r>
              <a:rPr lang="en-US" altLang="zh-CN" dirty="0"/>
              <a:t> - YA </a:t>
            </a:r>
            <a:r>
              <a:rPr lang="en-US" altLang="zh-CN" dirty="0" err="1"/>
              <a:t>rem_sbjinc</a:t>
            </a:r>
            <a:r>
              <a:rPr lang="en-US" altLang="zh-CN" dirty="0"/>
              <a:t>  -0.0344 0.0219  83.4  -1.573  0.3997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r>
              <a:rPr lang="en-US" altLang="zh-CN" dirty="0"/>
              <a:t>P value adjustment: </a:t>
            </a:r>
            <a:r>
              <a:rPr lang="en-US" altLang="zh-CN" dirty="0" err="1"/>
              <a:t>tukey</a:t>
            </a:r>
            <a:r>
              <a:rPr lang="en-US" altLang="zh-CN" dirty="0"/>
              <a:t> method for comparing a family of 4 estimates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17 MFG_L_7_2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 0.0358 0.0101 371   3.534  0.0005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23 MFG_L_7_5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 0.0609 0.013 371   4.704  &lt;.0001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88 MTG_R_4_4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-0.0739 0.0197 371  -3.748  0.0002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Target 194 Cun_R_5_3 </a:t>
            </a:r>
          </a:p>
          <a:p>
            <a:r>
              <a:rPr lang="en-US" altLang="zh-CN" dirty="0"/>
              <a:t>Effects </a:t>
            </a:r>
            <a:r>
              <a:rPr lang="en-US" altLang="zh-CN" dirty="0" err="1"/>
              <a:t>trial_type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--------------------------</a:t>
            </a:r>
          </a:p>
          <a:p>
            <a:r>
              <a:rPr lang="en-US" altLang="zh-CN" dirty="0"/>
              <a:t>NOTE: Results may be misleading due to involvement in interactions</a:t>
            </a:r>
          </a:p>
          <a:p>
            <a:r>
              <a:rPr lang="en-US" altLang="zh-CN" dirty="0"/>
              <a:t> contrast                estimate     SE  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en-US" altLang="zh-CN" dirty="0" err="1"/>
              <a:t>t.ratio</a:t>
            </a:r>
            <a:r>
              <a:rPr lang="en-US" altLang="zh-CN" dirty="0"/>
              <a:t> </a:t>
            </a:r>
            <a:r>
              <a:rPr lang="en-US" altLang="zh-CN" dirty="0" err="1"/>
              <a:t>p.value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rem_sbjcon</a:t>
            </a:r>
            <a:r>
              <a:rPr lang="en-US" altLang="zh-CN" dirty="0"/>
              <a:t> - </a:t>
            </a:r>
            <a:r>
              <a:rPr lang="en-US" altLang="zh-CN" dirty="0" err="1"/>
              <a:t>rem_sbjinc</a:t>
            </a:r>
            <a:r>
              <a:rPr lang="en-US" altLang="zh-CN" dirty="0"/>
              <a:t>  -0.0471 0.0131 371  -3.587  0.0004</a:t>
            </a:r>
          </a:p>
          <a:p>
            <a:endParaRPr lang="en-US" altLang="zh-CN" dirty="0"/>
          </a:p>
          <a:p>
            <a:r>
              <a:rPr lang="en-US" altLang="zh-CN" dirty="0"/>
              <a:t>Results are averaged over the levels of: </a:t>
            </a:r>
            <a:r>
              <a:rPr lang="en-US" altLang="zh-CN" dirty="0" err="1"/>
              <a:t>age_grp</a:t>
            </a:r>
            <a:r>
              <a:rPr lang="en-US" altLang="zh-CN" dirty="0"/>
              <a:t>, </a:t>
            </a:r>
            <a:r>
              <a:rPr lang="en-US" altLang="zh-CN" dirty="0" err="1"/>
              <a:t>hipp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Degrees-of-freedom method: </a:t>
            </a:r>
            <a:r>
              <a:rPr lang="en-US" altLang="zh-CN" dirty="0" err="1"/>
              <a:t>kenward</a:t>
            </a:r>
            <a:r>
              <a:rPr lang="en-US" altLang="zh-CN" dirty="0"/>
              <a:t>-roger </a:t>
            </a:r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749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D64EE-501A-4A7E-B567-03AEEC19FA5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24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8C6E-C9DE-433B-85C3-F3CEBCDEBD7C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0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09E1-7B0B-465A-A581-3E3FEF7366E8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6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1D874-999B-44B7-A13A-EA29223AD767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2644-340E-44ED-ABC6-0C618A5ED878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6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337D-F952-4666-8B0A-5DEF70D7D234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2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BB5A-81BC-45E6-9174-1BD9936B8B54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0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96DAC-52DC-4A73-A5E5-A8305C74CA8E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9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8AF3-BDE3-401E-95A1-A27CEA484C88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9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2327-03BD-447F-8D7C-F0D71E80B460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8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F4D5-5A1B-4B43-B5FD-055AB631129A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2984-6809-47DE-84A7-9F9D9BD67119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B0686-C516-440B-8945-CEE7F8B26C0C}" type="datetime1">
              <a:rPr lang="en-US" altLang="zh-CN" smtClean="0"/>
              <a:t>7/16/2023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0481F-DE52-414A-8886-8B7F0150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6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cercor/article/33/1/68/6534389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940F817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tif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tiff"/><Relationship Id="rId4" Type="http://schemas.openxmlformats.org/officeDocument/2006/relationships/image" Target="../media/image7.jpeg"/><Relationship Id="rId9" Type="http://schemas.openxmlformats.org/officeDocument/2006/relationships/image" Target="../media/image11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Effects of age and schema on Hippocampal encoding connectivity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en-US" altLang="zh-CN" dirty="0" err="1"/>
              <a:t>SchemRep_Network</a:t>
            </a:r>
            <a:r>
              <a:rPr lang="en-US" altLang="zh-CN" dirty="0"/>
              <a:t>” project</a:t>
            </a:r>
          </a:p>
          <a:p>
            <a:r>
              <a:rPr lang="en-US" dirty="0"/>
              <a:t>Cabeza Lab Meeting </a:t>
            </a:r>
          </a:p>
          <a:p>
            <a:r>
              <a:rPr lang="en-US" dirty="0"/>
              <a:t>2023.07.10 +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F6BB1-5012-5BA8-B475-5C0683C0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566E-EAAB-CFFA-3233-96079C40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SLIMM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0F7B-853B-57B9-6589-58BE8DEC7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S</a:t>
            </a:r>
            <a:r>
              <a:rPr lang="en-US" altLang="zh-CN" dirty="0"/>
              <a:t>chema-</a:t>
            </a:r>
            <a:r>
              <a:rPr lang="en-US" altLang="zh-CN" b="1" dirty="0"/>
              <a:t>L</a:t>
            </a:r>
            <a:r>
              <a:rPr lang="en-US" altLang="zh-CN" dirty="0"/>
              <a:t>inked </a:t>
            </a:r>
            <a:r>
              <a:rPr lang="en-US" altLang="zh-CN" b="1" dirty="0"/>
              <a:t>I</a:t>
            </a:r>
            <a:r>
              <a:rPr lang="en-US" altLang="zh-CN" dirty="0"/>
              <a:t>nteractions between </a:t>
            </a:r>
            <a:r>
              <a:rPr lang="en-US" altLang="zh-CN" b="1" dirty="0"/>
              <a:t>M</a:t>
            </a:r>
            <a:r>
              <a:rPr lang="en-US" altLang="zh-CN" dirty="0"/>
              <a:t>edial prefrontal and </a:t>
            </a:r>
            <a:r>
              <a:rPr lang="en-US" altLang="zh-CN" b="1" dirty="0"/>
              <a:t>M</a:t>
            </a:r>
            <a:r>
              <a:rPr lang="en-US" altLang="zh-CN" dirty="0"/>
              <a:t>edial temporal regions (van Kesteren et al., 2012).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CC0C8-20C6-745D-9004-78931A28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AB11B5-ED6A-0A27-681E-4DBFE178E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7443"/>
            <a:ext cx="12192000" cy="46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2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1799-39E2-5DC1-6EE2-E9A6C1AB2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SLIMM predictions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88D1-4BB4-ADB2-0C1F-85BF13EE0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“During encoding…, </a:t>
            </a:r>
          </a:p>
          <a:p>
            <a:pPr>
              <a:buFontTx/>
              <a:buChar char="-"/>
            </a:pPr>
            <a:r>
              <a:rPr lang="en-US" altLang="zh-CN" b="1" dirty="0"/>
              <a:t>(v)</a:t>
            </a:r>
            <a:r>
              <a:rPr lang="en-US" altLang="zh-CN" b="1" dirty="0" err="1"/>
              <a:t>mPFC</a:t>
            </a:r>
            <a:r>
              <a:rPr lang="en-US" altLang="zh-CN" b="1" dirty="0"/>
              <a:t> activity </a:t>
            </a:r>
            <a:r>
              <a:rPr lang="en-US" altLang="zh-CN" dirty="0"/>
              <a:t>is predicted to increase with congruency, </a:t>
            </a:r>
          </a:p>
          <a:p>
            <a:pPr>
              <a:buFontTx/>
              <a:buChar char="-"/>
            </a:pPr>
            <a:r>
              <a:rPr lang="en-US" altLang="zh-CN" b="1" dirty="0"/>
              <a:t>MTL activity </a:t>
            </a:r>
            <a:r>
              <a:rPr lang="en-US" altLang="zh-CN" dirty="0"/>
              <a:t>is predicted to decrease with congruency, and </a:t>
            </a:r>
          </a:p>
          <a:p>
            <a:pPr>
              <a:buFontTx/>
              <a:buChar char="-"/>
            </a:pPr>
            <a:r>
              <a:rPr lang="en-US" altLang="zh-CN" b="1" dirty="0" err="1"/>
              <a:t>mPFC</a:t>
            </a:r>
            <a:r>
              <a:rPr lang="en-US" altLang="zh-CN" b="1" dirty="0"/>
              <a:t>–MTL coupling </a:t>
            </a:r>
            <a:r>
              <a:rPr lang="en-US" altLang="zh-CN" dirty="0"/>
              <a:t>is predicted to be maximal for partially congruent conditions when </a:t>
            </a:r>
            <a:r>
              <a:rPr lang="en-US" altLang="zh-CN" dirty="0" err="1"/>
              <a:t>mPFC</a:t>
            </a:r>
            <a:r>
              <a:rPr lang="en-US" altLang="zh-CN" dirty="0"/>
              <a:t> and MTL are both partially activated”.</a:t>
            </a:r>
          </a:p>
          <a:p>
            <a:pPr>
              <a:buFontTx/>
              <a:buChar char="-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* No mentioning of aging-related effects though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EFF71-C2C5-98C9-79DD-B1061038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results </a:t>
            </a:r>
            <a:r>
              <a:rPr lang="en-US" u="sng" dirty="0"/>
              <a:t>consistent</a:t>
            </a:r>
            <a:r>
              <a:rPr lang="en-US" dirty="0"/>
              <a:t> with SLIMM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286"/>
            <a:ext cx="10515599" cy="4848677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van Kesteren et al. (2013). Differential roles for medial prefrontal and medial temporal cortices in schema-dependent encoding: From congruent to incongruent</a:t>
            </a:r>
          </a:p>
          <a:p>
            <a:pPr lvl="1"/>
            <a:r>
              <a:rPr lang="en-US" altLang="zh-CN" sz="1600" b="1" dirty="0"/>
              <a:t>Object-scene pair</a:t>
            </a:r>
            <a:r>
              <a:rPr lang="en-US" altLang="zh-CN" sz="1600" dirty="0"/>
              <a:t>, tested item and associative memory. </a:t>
            </a:r>
            <a:r>
              <a:rPr lang="en-US" altLang="zh-CN" sz="1600" b="1" dirty="0"/>
              <a:t>Greater congruency </a:t>
            </a:r>
            <a:r>
              <a:rPr lang="en-US" altLang="zh-CN" sz="1600" dirty="0"/>
              <a:t>-&gt; </a:t>
            </a:r>
            <a:r>
              <a:rPr lang="en-US" altLang="zh-CN" sz="1600" b="1" dirty="0"/>
              <a:t>higher </a:t>
            </a:r>
            <a:r>
              <a:rPr lang="en-US" altLang="zh-CN" sz="1600" b="1" dirty="0" err="1"/>
              <a:t>mPFC</a:t>
            </a:r>
            <a:r>
              <a:rPr lang="en-US" altLang="zh-CN" sz="1600" b="1" dirty="0"/>
              <a:t> activity </a:t>
            </a:r>
            <a:r>
              <a:rPr lang="en-US" altLang="zh-CN" sz="1600" dirty="0"/>
              <a:t>(guide integration of new info into schema), </a:t>
            </a:r>
            <a:r>
              <a:rPr lang="en-US" altLang="zh-CN" sz="1600" b="1" dirty="0"/>
              <a:t>lower MTL activity </a:t>
            </a:r>
            <a:r>
              <a:rPr lang="en-US" altLang="zh-CN" sz="1600" dirty="0"/>
              <a:t>(encoding arbitrary association), </a:t>
            </a:r>
            <a:r>
              <a:rPr lang="en-US" altLang="zh-CN" sz="1600" b="1" dirty="0"/>
              <a:t>increased </a:t>
            </a:r>
            <a:r>
              <a:rPr lang="en-US" altLang="zh-CN" sz="1600" b="1" dirty="0" err="1"/>
              <a:t>mPFC</a:t>
            </a:r>
            <a:r>
              <a:rPr lang="en-US" altLang="zh-CN" sz="1600" b="1" dirty="0"/>
              <a:t> connectivity with right PPA</a:t>
            </a:r>
            <a:r>
              <a:rPr lang="en-US" altLang="zh-CN" sz="1600" dirty="0"/>
              <a:t> (presumably related to binding visual representations).</a:t>
            </a:r>
          </a:p>
          <a:p>
            <a:r>
              <a:rPr lang="en-US" sz="2000" dirty="0"/>
              <a:t>van Kesteren et al. (2010). Persistent schema-dependent hippocampal–neocortical connectivity during memory encoding and </a:t>
            </a:r>
            <a:r>
              <a:rPr lang="en-US" sz="2000" dirty="0" err="1"/>
              <a:t>postencoding</a:t>
            </a:r>
            <a:r>
              <a:rPr lang="en-US" sz="2000" dirty="0"/>
              <a:t> rest in humans</a:t>
            </a:r>
          </a:p>
          <a:p>
            <a:pPr lvl="1"/>
            <a:r>
              <a:rPr lang="en-US" sz="1600" b="1" dirty="0"/>
              <a:t>Movie</a:t>
            </a:r>
            <a:r>
              <a:rPr lang="en-US" sz="1600" dirty="0"/>
              <a:t>. </a:t>
            </a:r>
            <a:r>
              <a:rPr lang="en-US" sz="1600" b="1" dirty="0"/>
              <a:t>Stronger prior schema </a:t>
            </a:r>
            <a:r>
              <a:rPr lang="en-US" sz="1600" dirty="0"/>
              <a:t>associated with </a:t>
            </a:r>
            <a:r>
              <a:rPr lang="en-US" sz="1600" b="1" dirty="0"/>
              <a:t>less hippocampal-vmPFC connectivity</a:t>
            </a:r>
            <a:r>
              <a:rPr lang="en-US" sz="1600" dirty="0"/>
              <a:t>, indicating the need for additional crosstalk to compensate for difficulty in integrating novel/schema-incongruent information. </a:t>
            </a:r>
          </a:p>
          <a:p>
            <a:r>
              <a:rPr lang="en-US" altLang="zh-CN" sz="2000" dirty="0" err="1"/>
              <a:t>Bein</a:t>
            </a:r>
            <a:r>
              <a:rPr lang="en-US" altLang="zh-CN" sz="2000" dirty="0"/>
              <a:t> et al. (2014). Prior knowledge influences on hippocampus and medial prefrontal cortex interactions in subsequent memory</a:t>
            </a:r>
          </a:p>
          <a:p>
            <a:pPr lvl="1"/>
            <a:r>
              <a:rPr lang="en-US" altLang="zh-CN" sz="1600" b="1" dirty="0"/>
              <a:t>Semantically related/unrelated word pairs</a:t>
            </a:r>
            <a:r>
              <a:rPr lang="en-US" altLang="zh-CN" sz="1600" dirty="0"/>
              <a:t>. For </a:t>
            </a:r>
            <a:r>
              <a:rPr lang="en-US" altLang="zh-CN" sz="1600" b="1" dirty="0"/>
              <a:t>schema-incongruent </a:t>
            </a:r>
            <a:r>
              <a:rPr lang="en-US" altLang="zh-CN" sz="1600" dirty="0"/>
              <a:t>pairs only, </a:t>
            </a:r>
            <a:r>
              <a:rPr lang="en-US" altLang="zh-CN" sz="1600" b="1" dirty="0"/>
              <a:t>positive HC-</a:t>
            </a:r>
            <a:r>
              <a:rPr lang="en-US" altLang="zh-CN" sz="1600" b="1" dirty="0" err="1"/>
              <a:t>mPFC</a:t>
            </a:r>
            <a:r>
              <a:rPr lang="en-US" altLang="zh-CN" sz="1600" b="1" dirty="0"/>
              <a:t> connectivity </a:t>
            </a:r>
            <a:r>
              <a:rPr lang="en-US" altLang="zh-CN" sz="1600" dirty="0"/>
              <a:t>and positive connectivity of </a:t>
            </a:r>
            <a:r>
              <a:rPr lang="en-US" altLang="zh-CN" sz="1600" b="1" dirty="0" err="1"/>
              <a:t>mPFC</a:t>
            </a:r>
            <a:r>
              <a:rPr lang="en-US" altLang="zh-CN" sz="1600" b="1" dirty="0"/>
              <a:t> with visual and parietal </a:t>
            </a:r>
            <a:r>
              <a:rPr lang="en-US" altLang="zh-CN" sz="1600" dirty="0"/>
              <a:t>regions; no diff in other memory or congruency conditions.</a:t>
            </a:r>
          </a:p>
          <a:p>
            <a:r>
              <a:rPr lang="en-US" altLang="zh-CN" sz="2000" dirty="0" err="1"/>
              <a:t>Bonasia</a:t>
            </a:r>
            <a:r>
              <a:rPr lang="en-US" altLang="zh-CN" sz="2000" dirty="0"/>
              <a:t> et al. (2018). Prior knowledge modulates the neural substrates of encoding and retrieving naturalistic events at short and long delays</a:t>
            </a:r>
          </a:p>
          <a:p>
            <a:pPr lvl="1"/>
            <a:r>
              <a:rPr lang="en-US" altLang="zh-CN" sz="1600" b="1" dirty="0"/>
              <a:t>Using narrative film clip</a:t>
            </a:r>
            <a:r>
              <a:rPr lang="en-US" altLang="zh-CN" sz="1600" dirty="0"/>
              <a:t>. </a:t>
            </a:r>
            <a:r>
              <a:rPr lang="en-US" altLang="zh-CN" sz="1600" b="1" dirty="0"/>
              <a:t>Greater congruence </a:t>
            </a:r>
            <a:r>
              <a:rPr lang="en-US" altLang="zh-CN" sz="1600" dirty="0"/>
              <a:t>correlated with </a:t>
            </a:r>
            <a:r>
              <a:rPr lang="en-US" altLang="zh-CN" sz="1600" dirty="0" err="1"/>
              <a:t>mPFC</a:t>
            </a:r>
            <a:r>
              <a:rPr lang="en-US" altLang="zh-CN" sz="1600" dirty="0"/>
              <a:t> and parietal activation, but </a:t>
            </a:r>
            <a:r>
              <a:rPr lang="en-US" altLang="zh-CN" sz="1600" b="1" dirty="0"/>
              <a:t>lower activation in, and functional connectivity between, MTL and posterior sensory cortices</a:t>
            </a:r>
            <a:r>
              <a:rPr lang="en-US" altLang="zh-CN" sz="1600" dirty="0"/>
              <a:t>. Some other retrieval results.</a:t>
            </a:r>
          </a:p>
          <a:p>
            <a:pPr lvl="1"/>
            <a:endParaRPr lang="en-US" altLang="zh-CN" sz="1600" b="1" dirty="0"/>
          </a:p>
          <a:p>
            <a:endParaRPr lang="en-US" sz="16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88CFC1-20F4-6349-B2AB-D6DC80F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Encoding results </a:t>
            </a:r>
            <a:r>
              <a:rPr lang="en-US" altLang="zh-CN" u="sng" dirty="0">
                <a:solidFill>
                  <a:srgbClr val="C00000"/>
                </a:solidFill>
              </a:rPr>
              <a:t>inconsistent</a:t>
            </a:r>
            <a:r>
              <a:rPr lang="en-US" altLang="zh-CN" dirty="0"/>
              <a:t> with SLIMM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286"/>
            <a:ext cx="10515599" cy="4848677"/>
          </a:xfrm>
        </p:spPr>
        <p:txBody>
          <a:bodyPr>
            <a:noAutofit/>
          </a:bodyPr>
          <a:lstStyle/>
          <a:p>
            <a:r>
              <a:rPr lang="en-US" sz="2000" dirty="0"/>
              <a:t>Sommer (2016). The Emergence of Knowledge and How it Supports the Memory for Novel Related Information </a:t>
            </a:r>
          </a:p>
          <a:p>
            <a:pPr lvl="1"/>
            <a:r>
              <a:rPr lang="fr-FR" sz="1600" b="1" dirty="0"/>
              <a:t>Object-location pairs</a:t>
            </a:r>
            <a:r>
              <a:rPr lang="en-US" sz="1600" dirty="0"/>
              <a:t>. </a:t>
            </a:r>
            <a:r>
              <a:rPr lang="en-US" sz="1600" b="1" dirty="0">
                <a:solidFill>
                  <a:srgbClr val="C00000"/>
                </a:solidFill>
              </a:rPr>
              <a:t>Greater coupling vmPFC with HPC and ventral precuneus/RSC</a:t>
            </a:r>
            <a:r>
              <a:rPr lang="en-US" sz="1600" dirty="0">
                <a:solidFill>
                  <a:srgbClr val="C00000"/>
                </a:solidFill>
              </a:rPr>
              <a:t> during encoding of </a:t>
            </a:r>
            <a:r>
              <a:rPr lang="en-US" sz="1600" b="1" dirty="0">
                <a:solidFill>
                  <a:srgbClr val="C00000"/>
                </a:solidFill>
              </a:rPr>
              <a:t>novel-related</a:t>
            </a:r>
            <a:r>
              <a:rPr lang="en-US" sz="1600" dirty="0">
                <a:solidFill>
                  <a:srgbClr val="C00000"/>
                </a:solidFill>
              </a:rPr>
              <a:t> than control </a:t>
            </a:r>
            <a:r>
              <a:rPr lang="en-US" altLang="zh-CN" sz="1600" dirty="0">
                <a:solidFill>
                  <a:srgbClr val="C00000"/>
                </a:solidFill>
              </a:rPr>
              <a:t>paired associates.</a:t>
            </a:r>
            <a:endParaRPr lang="en-US" sz="1600" dirty="0">
              <a:solidFill>
                <a:srgbClr val="C00000"/>
              </a:solidFill>
            </a:endParaRP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Liu et al. (2017). Effects of Prior-Knowledge on Brain Activation and Connectivity During Associative Memory Encoding</a:t>
            </a:r>
          </a:p>
          <a:p>
            <a:pPr lvl="1"/>
            <a:r>
              <a:rPr lang="en-US" sz="1600" b="1" dirty="0"/>
              <a:t>Associate novel houses with famous/</a:t>
            </a:r>
            <a:r>
              <a:rPr lang="en-US" sz="1600" b="1" dirty="0" err="1"/>
              <a:t>nonfamous</a:t>
            </a:r>
            <a:r>
              <a:rPr lang="en-US" sz="1600" b="1" dirty="0"/>
              <a:t> faces</a:t>
            </a:r>
            <a:r>
              <a:rPr lang="en-US" sz="1600" dirty="0"/>
              <a:t>. Famous faces -&gt; </a:t>
            </a:r>
            <a:r>
              <a:rPr lang="en-US" sz="1600" b="1" dirty="0"/>
              <a:t>stronger activation in vmPFC, HPC</a:t>
            </a:r>
            <a:r>
              <a:rPr lang="en-US" sz="1600" dirty="0"/>
              <a:t>, PPA, FFA</a:t>
            </a:r>
            <a:r>
              <a:rPr lang="en-US" sz="1600" dirty="0">
                <a:solidFill>
                  <a:srgbClr val="C00000"/>
                </a:solidFill>
              </a:rPr>
              <a:t>. </a:t>
            </a:r>
            <a:r>
              <a:rPr lang="en-US" sz="1600" b="1" dirty="0">
                <a:solidFill>
                  <a:srgbClr val="C00000"/>
                </a:solidFill>
              </a:rPr>
              <a:t>vmPFC-HPC connectivity </a:t>
            </a:r>
            <a:r>
              <a:rPr lang="en-US" sz="1600" dirty="0">
                <a:solidFill>
                  <a:srgbClr val="C00000"/>
                </a:solidFill>
              </a:rPr>
              <a:t>plays a greater role in the famous than </a:t>
            </a:r>
            <a:r>
              <a:rPr lang="en-US" sz="1600" dirty="0" err="1">
                <a:solidFill>
                  <a:srgbClr val="C00000"/>
                </a:solidFill>
              </a:rPr>
              <a:t>nonfamous</a:t>
            </a:r>
            <a:r>
              <a:rPr lang="en-US" sz="1600" dirty="0">
                <a:solidFill>
                  <a:srgbClr val="C00000"/>
                </a:solidFill>
              </a:rPr>
              <a:t> condition. </a:t>
            </a:r>
          </a:p>
          <a:p>
            <a:pPr lvl="1"/>
            <a:endParaRPr lang="en-US" sz="1600" dirty="0">
              <a:solidFill>
                <a:srgbClr val="C00000"/>
              </a:solidFill>
            </a:endParaRPr>
          </a:p>
          <a:p>
            <a:pPr lvl="1"/>
            <a:endParaRPr lang="en-US" sz="16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88CFC1-20F4-6349-B2AB-D6DC80F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D559D-CCB1-8412-334C-2757F0541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556" y="2275431"/>
            <a:ext cx="5314892" cy="21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0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Past </a:t>
            </a:r>
            <a:r>
              <a:rPr lang="en-US" altLang="zh-CN" b="1" dirty="0"/>
              <a:t>retrieval</a:t>
            </a:r>
            <a:r>
              <a:rPr lang="en-US" altLang="zh-CN" dirty="0"/>
              <a:t> connectivity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328286"/>
            <a:ext cx="7863038" cy="4848677"/>
          </a:xfrm>
        </p:spPr>
        <p:txBody>
          <a:bodyPr>
            <a:noAutofit/>
          </a:bodyPr>
          <a:lstStyle/>
          <a:p>
            <a:r>
              <a:rPr lang="en-US" sz="2000" dirty="0" err="1"/>
              <a:t>Geib</a:t>
            </a:r>
            <a:r>
              <a:rPr lang="en-US" sz="2000" dirty="0"/>
              <a:t> et al. </a:t>
            </a:r>
            <a:r>
              <a:rPr lang="en-US" altLang="zh-CN" sz="2000" dirty="0"/>
              <a:t>(2017). </a:t>
            </a:r>
            <a:r>
              <a:rPr lang="en-US" sz="2000" dirty="0"/>
              <a:t>Hippocampal Contributions to the Large-Scale Episodic Memory Network Predict Vivid Visual Memories</a:t>
            </a:r>
          </a:p>
          <a:p>
            <a:pPr lvl="1"/>
            <a:r>
              <a:rPr lang="en-US" sz="1600" b="1" dirty="0"/>
              <a:t>Scenes</a:t>
            </a:r>
            <a:r>
              <a:rPr lang="en-US" sz="1600" dirty="0"/>
              <a:t>. V</a:t>
            </a:r>
            <a:r>
              <a:rPr lang="en-US" altLang="zh-CN" sz="1600" dirty="0"/>
              <a:t>ivid vs dim memories: r</a:t>
            </a:r>
            <a:r>
              <a:rPr lang="en-US" sz="1600" dirty="0"/>
              <a:t>ight hippocampus is more integrated with the brain. Whole-brain network was also more efficient. </a:t>
            </a:r>
          </a:p>
          <a:p>
            <a:r>
              <a:rPr lang="en-US" sz="2000" dirty="0" err="1"/>
              <a:t>Geib</a:t>
            </a:r>
            <a:r>
              <a:rPr lang="en-US" sz="2000" dirty="0"/>
              <a:t> et al. </a:t>
            </a:r>
            <a:r>
              <a:rPr lang="en-US" altLang="zh-CN" sz="2000" dirty="0"/>
              <a:t>(2017). </a:t>
            </a:r>
            <a:r>
              <a:rPr lang="en-US" sz="2000" dirty="0"/>
              <a:t>From Hippocampus to Whole-Brain: The Role of Integrative Processing in Episodic Memory Retrieval</a:t>
            </a:r>
          </a:p>
          <a:p>
            <a:pPr lvl="1"/>
            <a:r>
              <a:rPr lang="en-US" sz="1600" b="1" dirty="0"/>
              <a:t>Words</a:t>
            </a:r>
            <a:r>
              <a:rPr lang="en-US" sz="1600" dirty="0"/>
              <a:t>. Remembering associated with stronger </a:t>
            </a:r>
            <a:r>
              <a:rPr lang="en-US" altLang="zh-CN" sz="1600" dirty="0"/>
              <a:t>hippocampal connection with a </a:t>
            </a:r>
            <a:r>
              <a:rPr lang="en-US" sz="1600" dirty="0"/>
              <a:t>retrieval assembly (precuneus, caudate, SMG, </a:t>
            </a:r>
            <a:r>
              <a:rPr lang="en-US" sz="1600" dirty="0" err="1"/>
              <a:t>dlPFC</a:t>
            </a:r>
            <a:r>
              <a:rPr lang="en-US" sz="1600" dirty="0"/>
              <a:t>).</a:t>
            </a:r>
          </a:p>
          <a:p>
            <a:r>
              <a:rPr lang="en-US" sz="2000" dirty="0"/>
              <a:t>Monge et al. (2018). Functional networks underlying item and source memory: shared and distinct network components and age-related differences</a:t>
            </a:r>
          </a:p>
          <a:p>
            <a:pPr lvl="1"/>
            <a:r>
              <a:rPr lang="en-US" sz="1600" b="1" dirty="0"/>
              <a:t>Words and source </a:t>
            </a:r>
            <a:r>
              <a:rPr lang="en-US" sz="1600" dirty="0"/>
              <a:t>(</a:t>
            </a:r>
            <a:r>
              <a:rPr lang="en-US" altLang="zh-CN" sz="1600" dirty="0"/>
              <a:t>encoding task, size or pleasantness</a:t>
            </a:r>
            <a:r>
              <a:rPr lang="en-US" sz="1600" dirty="0"/>
              <a:t>). For source retrieval, OAs had higher </a:t>
            </a:r>
            <a:r>
              <a:rPr lang="en-US" altLang="zh-CN" sz="1600" b="1" dirty="0"/>
              <a:t>MTL integration </a:t>
            </a:r>
            <a:r>
              <a:rPr lang="en-US" altLang="zh-CN" sz="1600" dirty="0"/>
              <a:t>than YAs’. No diff for item retrieval.</a:t>
            </a:r>
            <a:endParaRPr lang="en-US" sz="1600" dirty="0"/>
          </a:p>
          <a:p>
            <a:r>
              <a:rPr lang="en-US" altLang="zh-CN" sz="2000" dirty="0"/>
              <a:t>Deng et al. (2021). Age-Related Compensatory Reconfiguration of PFC Connections during Episodic Memory Retrieval</a:t>
            </a:r>
          </a:p>
          <a:p>
            <a:pPr lvl="1"/>
            <a:r>
              <a:rPr lang="en-US" altLang="zh-CN" sz="1600" b="1" dirty="0"/>
              <a:t>Visual scenes</a:t>
            </a:r>
            <a:r>
              <a:rPr lang="en-US" altLang="zh-CN" sz="1600" dirty="0"/>
              <a:t>. OAs show greater </a:t>
            </a:r>
            <a:r>
              <a:rPr lang="en-US" altLang="zh-CN" sz="1600" b="1" dirty="0"/>
              <a:t>PFC integration </a:t>
            </a:r>
            <a:r>
              <a:rPr lang="en-US" altLang="zh-CN" sz="1600" dirty="0"/>
              <a:t>with the rest of the brain, which is also associated with better retrieval performance within OAs. Consistently, OAs show stronger </a:t>
            </a:r>
            <a:r>
              <a:rPr lang="en-US" altLang="zh-CN" sz="1600" b="1" dirty="0"/>
              <a:t>performance-related reconfiguration </a:t>
            </a:r>
            <a:r>
              <a:rPr lang="en-US" altLang="zh-CN" sz="1600" dirty="0"/>
              <a:t>of PFC connectivity patterns, which tracked their reconfiguration reductions in MTL, suggesting functional compensation.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88CFC1-20F4-6349-B2AB-D6DC80F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AAF02-691D-2996-6A24-FCBDE690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888" y="4306652"/>
            <a:ext cx="1777465" cy="1863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45EF4-557B-B3AD-912A-8A66540AE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390" y="1123747"/>
            <a:ext cx="1632463" cy="300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8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Aging-related encoding connectivity?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286"/>
            <a:ext cx="10515599" cy="4848677"/>
          </a:xfrm>
        </p:spPr>
        <p:txBody>
          <a:bodyPr>
            <a:noAutofit/>
          </a:bodyPr>
          <a:lstStyle/>
          <a:p>
            <a:r>
              <a:rPr lang="en-US" sz="2000" dirty="0" err="1"/>
              <a:t>Capogna</a:t>
            </a:r>
            <a:r>
              <a:rPr lang="en-US" sz="2000" dirty="0"/>
              <a:t> et al. (2023). Whole-brain connectivity during encoding: age-related differences and associations with cognitive and brain structural decline. </a:t>
            </a:r>
            <a:r>
              <a:rPr lang="en-US" altLang="zh-CN" sz="2000" dirty="0">
                <a:hlinkClick r:id="rId2"/>
              </a:rPr>
              <a:t>https://academic.oup.com/cercor/article/33/1/68/6534389</a:t>
            </a:r>
            <a:r>
              <a:rPr lang="en-US" altLang="zh-CN" sz="2000" dirty="0"/>
              <a:t> </a:t>
            </a:r>
          </a:p>
          <a:p>
            <a:r>
              <a:rPr lang="en-US" sz="2000" dirty="0"/>
              <a:t>D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88CFC1-20F4-6349-B2AB-D6DC80F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Age-related effects / </a:t>
            </a:r>
            <a:r>
              <a:rPr lang="en-US" dirty="0">
                <a:solidFill>
                  <a:schemeClr val="accent6"/>
                </a:solidFill>
              </a:rPr>
              <a:t>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5288"/>
            <a:ext cx="10515600" cy="477167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Compared to YAs, </a:t>
            </a:r>
            <a:r>
              <a:rPr lang="en-US" dirty="0"/>
              <a:t>OAs show declined executive functions but preserved or enhanced crystalized knowledge—stronger schemas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Potentially different cognitive strategies at memory encoding: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YAs may have more acute representations of things that are presented externally and individually (e.g., perceptual details of a tractor)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OAs may rely more on schemas or gist, contextualizing and elaborating on their experiences (e.g., thinking of a tractor in a farm)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OAs showing a greater congruency benefit for hits than YAs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OA’s activation (anti)correlating more strongly with congruency</a:t>
            </a: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Higher congruency -&gt; higher </a:t>
            </a:r>
            <a:r>
              <a:rPr lang="en-US" altLang="zh-CN" dirty="0" err="1">
                <a:solidFill>
                  <a:schemeClr val="accent6"/>
                </a:solidFill>
              </a:rPr>
              <a:t>mPFC</a:t>
            </a:r>
            <a:r>
              <a:rPr lang="en-US" altLang="zh-CN" dirty="0">
                <a:solidFill>
                  <a:schemeClr val="accent6"/>
                </a:solidFill>
              </a:rPr>
              <a:t>, lower(?) </a:t>
            </a:r>
            <a:r>
              <a:rPr lang="en-US" altLang="zh-CN" dirty="0" err="1">
                <a:solidFill>
                  <a:schemeClr val="accent6"/>
                </a:solidFill>
              </a:rPr>
              <a:t>hipp</a:t>
            </a:r>
            <a:r>
              <a:rPr lang="en-US" altLang="zh-CN" dirty="0">
                <a:solidFill>
                  <a:schemeClr val="accent6"/>
                </a:solidFill>
              </a:rPr>
              <a:t>, lower occipital</a:t>
            </a:r>
            <a:endParaRPr lang="en-US" dirty="0">
              <a:solidFill>
                <a:schemeClr val="accent6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Connectivity?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88CFC1-20F4-6349-B2AB-D6DC80F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4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00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1690688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AACC48C5-143A-894C-AD66-4CD0649599A2}"/>
              </a:ext>
            </a:extLst>
          </p:cNvPr>
          <p:cNvGrpSpPr/>
          <p:nvPr/>
        </p:nvGrpSpPr>
        <p:grpSpPr>
          <a:xfrm>
            <a:off x="5941282" y="547852"/>
            <a:ext cx="1543050" cy="1192546"/>
            <a:chOff x="4368633" y="-439748"/>
            <a:chExt cx="1543050" cy="1192546"/>
          </a:xfrm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49D85296-6EAF-104A-A8B1-63F965356D6B}"/>
                </a:ext>
              </a:extLst>
            </p:cNvPr>
            <p:cNvSpPr/>
            <p:nvPr/>
          </p:nvSpPr>
          <p:spPr>
            <a:xfrm>
              <a:off x="4368633" y="-439748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FE42D98-C830-8E48-A2CA-D06DA8F5C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3434" y="-256805"/>
              <a:ext cx="1233449" cy="84289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A20C26-DEBE-054F-A8D9-20656FABC469}"/>
              </a:ext>
            </a:extLst>
          </p:cNvPr>
          <p:cNvGrpSpPr/>
          <p:nvPr/>
        </p:nvGrpSpPr>
        <p:grpSpPr>
          <a:xfrm>
            <a:off x="6649760" y="3807094"/>
            <a:ext cx="1543050" cy="1192546"/>
            <a:chOff x="1458421" y="100978"/>
            <a:chExt cx="1543050" cy="1192546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F65CA235-219A-384C-B48C-8D9E77A79973}"/>
                </a:ext>
              </a:extLst>
            </p:cNvPr>
            <p:cNvSpPr/>
            <p:nvPr/>
          </p:nvSpPr>
          <p:spPr>
            <a:xfrm>
              <a:off x="1458421" y="100978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42" name="Picture 4">
              <a:extLst>
                <a:ext uri="{FF2B5EF4-FFF2-40B4-BE49-F238E27FC236}">
                  <a16:creationId xmlns:a16="http://schemas.microsoft.com/office/drawing/2014/main" id="{E7CD6C8B-D6EF-0546-BFC0-650E5B34BB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56" b="15673"/>
            <a:stretch/>
          </p:blipFill>
          <p:spPr bwMode="auto">
            <a:xfrm>
              <a:off x="1519303" y="222046"/>
              <a:ext cx="1439961" cy="98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BA60A1-BC0F-3545-8E20-3697A066C8AA}"/>
              </a:ext>
            </a:extLst>
          </p:cNvPr>
          <p:cNvGrpSpPr/>
          <p:nvPr/>
        </p:nvGrpSpPr>
        <p:grpSpPr>
          <a:xfrm>
            <a:off x="1580621" y="480849"/>
            <a:ext cx="1543050" cy="1192546"/>
            <a:chOff x="1458421" y="100978"/>
            <a:chExt cx="1543050" cy="1192546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BC72CA5A-824E-D943-8268-9AA86A8D2B62}"/>
                </a:ext>
              </a:extLst>
            </p:cNvPr>
            <p:cNvSpPr/>
            <p:nvPr/>
          </p:nvSpPr>
          <p:spPr>
            <a:xfrm>
              <a:off x="1458421" y="100978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B9C78009-CA55-5247-A0BC-6A27164D7D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56" b="15673"/>
            <a:stretch/>
          </p:blipFill>
          <p:spPr bwMode="auto">
            <a:xfrm>
              <a:off x="1519303" y="222046"/>
              <a:ext cx="1439961" cy="98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07C73E-5C48-B24B-92AA-8FBA28DBF6DC}"/>
              </a:ext>
            </a:extLst>
          </p:cNvPr>
          <p:cNvGrpSpPr/>
          <p:nvPr/>
        </p:nvGrpSpPr>
        <p:grpSpPr>
          <a:xfrm>
            <a:off x="2392695" y="1122466"/>
            <a:ext cx="1543050" cy="1192546"/>
            <a:chOff x="2544815" y="879755"/>
            <a:chExt cx="1543050" cy="1192546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908BE34A-7A14-5A40-A8B0-1C32327361C9}"/>
                </a:ext>
              </a:extLst>
            </p:cNvPr>
            <p:cNvSpPr/>
            <p:nvPr/>
          </p:nvSpPr>
          <p:spPr>
            <a:xfrm>
              <a:off x="2544815" y="879755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5" name="Picture 6" descr="Cricket Control in Grand Rapids | Perfection Lawn Care">
              <a:extLst>
                <a:ext uri="{FF2B5EF4-FFF2-40B4-BE49-F238E27FC236}">
                  <a16:creationId xmlns:a16="http://schemas.microsoft.com/office/drawing/2014/main" id="{D0B3CA49-5A6F-3947-874C-8A34D5A9EC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8967" y="985448"/>
              <a:ext cx="1404725" cy="977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5B2909-57A1-FA4C-A62E-64A0F804658D}"/>
              </a:ext>
            </a:extLst>
          </p:cNvPr>
          <p:cNvGrpSpPr/>
          <p:nvPr/>
        </p:nvGrpSpPr>
        <p:grpSpPr>
          <a:xfrm>
            <a:off x="3247619" y="1839670"/>
            <a:ext cx="1543050" cy="1192546"/>
            <a:chOff x="3646627" y="1679255"/>
            <a:chExt cx="1543050" cy="1192546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ABDF909A-F402-F34B-98AA-E7B0CC721738}"/>
                </a:ext>
              </a:extLst>
            </p:cNvPr>
            <p:cNvSpPr/>
            <p:nvPr/>
          </p:nvSpPr>
          <p:spPr>
            <a:xfrm>
              <a:off x="3646627" y="1679255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19154D-FBA2-624B-872D-02AAAFAF6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09429" y="1803163"/>
              <a:ext cx="1416881" cy="97708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E3C902A-59EB-9543-887E-E63507B131EC}"/>
              </a:ext>
            </a:extLst>
          </p:cNvPr>
          <p:cNvSpPr/>
          <p:nvPr/>
        </p:nvSpPr>
        <p:spPr>
          <a:xfrm rot="2156612">
            <a:off x="241841" y="2015109"/>
            <a:ext cx="3485980" cy="1895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120FA8-FE95-9A43-9908-4C52545500BA}"/>
              </a:ext>
            </a:extLst>
          </p:cNvPr>
          <p:cNvGrpSpPr/>
          <p:nvPr/>
        </p:nvGrpSpPr>
        <p:grpSpPr>
          <a:xfrm>
            <a:off x="7873543" y="4578687"/>
            <a:ext cx="1543050" cy="1192546"/>
            <a:chOff x="7936084" y="4515470"/>
            <a:chExt cx="1543050" cy="1192546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50FB12C7-0BC9-0147-8378-084C1A9B1FB2}"/>
                </a:ext>
              </a:extLst>
            </p:cNvPr>
            <p:cNvSpPr/>
            <p:nvPr/>
          </p:nvSpPr>
          <p:spPr>
            <a:xfrm>
              <a:off x="7936084" y="4515470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18" name="Picture 2" descr="Tractor sales rise by around 30% in February 2021 to 84,690 units |  Business Standard News">
              <a:extLst>
                <a:ext uri="{FF2B5EF4-FFF2-40B4-BE49-F238E27FC236}">
                  <a16:creationId xmlns:a16="http://schemas.microsoft.com/office/drawing/2014/main" id="{9B040DA8-B8BE-4049-AA2F-EE64DC0D2B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6"/>
            <a:stretch/>
          </p:blipFill>
          <p:spPr bwMode="auto">
            <a:xfrm>
              <a:off x="8029734" y="4618144"/>
              <a:ext cx="1365928" cy="1024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1530DF-BF91-C74E-A489-C69BCD0C8E5C}"/>
              </a:ext>
            </a:extLst>
          </p:cNvPr>
          <p:cNvGrpSpPr/>
          <p:nvPr/>
        </p:nvGrpSpPr>
        <p:grpSpPr>
          <a:xfrm>
            <a:off x="8919829" y="5234362"/>
            <a:ext cx="1543050" cy="1192546"/>
            <a:chOff x="9321690" y="5372791"/>
            <a:chExt cx="1543050" cy="1192546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AD53959E-A5A7-A54E-BC57-69B17511F04E}"/>
                </a:ext>
              </a:extLst>
            </p:cNvPr>
            <p:cNvSpPr/>
            <p:nvPr/>
          </p:nvSpPr>
          <p:spPr>
            <a:xfrm>
              <a:off x="9321690" y="5372791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E6F66F6-39A6-D44F-AE66-CCD3212758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5654" b="6597"/>
            <a:stretch/>
          </p:blipFill>
          <p:spPr>
            <a:xfrm>
              <a:off x="9411769" y="5467795"/>
              <a:ext cx="1365927" cy="102444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9B4E1D6-FCA1-BA4C-A56F-2E559866531A}"/>
              </a:ext>
            </a:extLst>
          </p:cNvPr>
          <p:cNvSpPr/>
          <p:nvPr/>
        </p:nvSpPr>
        <p:spPr>
          <a:xfrm>
            <a:off x="1538414" y="3786848"/>
            <a:ext cx="1543050" cy="1192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tractor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F8737-2EE9-E74E-AC3F-8C448543EA1E}"/>
              </a:ext>
            </a:extLst>
          </p:cNvPr>
          <p:cNvSpPr/>
          <p:nvPr/>
        </p:nvSpPr>
        <p:spPr>
          <a:xfrm>
            <a:off x="2390320" y="4568247"/>
            <a:ext cx="1543050" cy="1192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cricket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83D99C0-3993-5C4F-B2E0-AEF1122646FA}"/>
              </a:ext>
            </a:extLst>
          </p:cNvPr>
          <p:cNvSpPr/>
          <p:nvPr/>
        </p:nvSpPr>
        <p:spPr>
          <a:xfrm>
            <a:off x="3295718" y="5234362"/>
            <a:ext cx="1543050" cy="11925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ATM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E9B547-096E-A943-8C53-0D1792BBE417}"/>
              </a:ext>
            </a:extLst>
          </p:cNvPr>
          <p:cNvSpPr txBox="1"/>
          <p:nvPr/>
        </p:nvSpPr>
        <p:spPr>
          <a:xfrm>
            <a:off x="1953605" y="3443917"/>
            <a:ext cx="328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Day 3. Conceptual 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99D5A-1576-1743-8102-2CA9BF3EAD27}"/>
              </a:ext>
            </a:extLst>
          </p:cNvPr>
          <p:cNvSpPr txBox="1"/>
          <p:nvPr/>
        </p:nvSpPr>
        <p:spPr>
          <a:xfrm>
            <a:off x="7402164" y="3460249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Day 3. Visual memory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E67147-F52C-6C4A-8695-FCFA84B05D82}"/>
              </a:ext>
            </a:extLst>
          </p:cNvPr>
          <p:cNvSpPr txBox="1"/>
          <p:nvPr/>
        </p:nvSpPr>
        <p:spPr>
          <a:xfrm>
            <a:off x="8148850" y="4114129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(old)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C10506-9981-924F-A364-4376D1D1C275}"/>
              </a:ext>
            </a:extLst>
          </p:cNvPr>
          <p:cNvSpPr txBox="1"/>
          <p:nvPr/>
        </p:nvSpPr>
        <p:spPr>
          <a:xfrm>
            <a:off x="9473715" y="4868200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(similar)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9985F8-668A-BD42-9CEC-B834BFAE7E50}"/>
              </a:ext>
            </a:extLst>
          </p:cNvPr>
          <p:cNvSpPr txBox="1"/>
          <p:nvPr/>
        </p:nvSpPr>
        <p:spPr>
          <a:xfrm>
            <a:off x="10413405" y="5681142"/>
            <a:ext cx="72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(new)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33A787-70F0-7D42-AF71-1DDB8942E27A}"/>
              </a:ext>
            </a:extLst>
          </p:cNvPr>
          <p:cNvSpPr txBox="1"/>
          <p:nvPr/>
        </p:nvSpPr>
        <p:spPr>
          <a:xfrm>
            <a:off x="3037426" y="414715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(old)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127163-87E4-FF4B-9558-245C15B2EAB4}"/>
              </a:ext>
            </a:extLst>
          </p:cNvPr>
          <p:cNvSpPr txBox="1"/>
          <p:nvPr/>
        </p:nvSpPr>
        <p:spPr>
          <a:xfrm>
            <a:off x="3887156" y="486503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(old)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F027FA-9D3B-544B-AE76-3206FF1DF41B}"/>
              </a:ext>
            </a:extLst>
          </p:cNvPr>
          <p:cNvSpPr txBox="1"/>
          <p:nvPr/>
        </p:nvSpPr>
        <p:spPr>
          <a:xfrm>
            <a:off x="4781583" y="5681142"/>
            <a:ext cx="72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(new)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7E09179-390B-7B41-AAAF-A9C6925747C6}"/>
              </a:ext>
            </a:extLst>
          </p:cNvPr>
          <p:cNvSpPr/>
          <p:nvPr/>
        </p:nvSpPr>
        <p:spPr>
          <a:xfrm rot="2156612">
            <a:off x="241841" y="5445603"/>
            <a:ext cx="3485980" cy="1978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1D7FC69-5066-D94C-81E1-FD8BDAC6FEEF}"/>
              </a:ext>
            </a:extLst>
          </p:cNvPr>
          <p:cNvSpPr/>
          <p:nvPr/>
        </p:nvSpPr>
        <p:spPr>
          <a:xfrm rot="2156612">
            <a:off x="5135473" y="5446861"/>
            <a:ext cx="3485980" cy="18459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213EBFE-BFED-8C47-893E-F85572D588C4}"/>
              </a:ext>
            </a:extLst>
          </p:cNvPr>
          <p:cNvGrpSpPr/>
          <p:nvPr/>
        </p:nvGrpSpPr>
        <p:grpSpPr>
          <a:xfrm>
            <a:off x="7487623" y="547852"/>
            <a:ext cx="1543050" cy="1192546"/>
            <a:chOff x="1458421" y="100978"/>
            <a:chExt cx="1543050" cy="1192546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BBC6EA93-B01F-CE45-B65B-B90999065B14}"/>
                </a:ext>
              </a:extLst>
            </p:cNvPr>
            <p:cNvSpPr/>
            <p:nvPr/>
          </p:nvSpPr>
          <p:spPr>
            <a:xfrm>
              <a:off x="1458421" y="100978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49" name="Picture 4">
              <a:extLst>
                <a:ext uri="{FF2B5EF4-FFF2-40B4-BE49-F238E27FC236}">
                  <a16:creationId xmlns:a16="http://schemas.microsoft.com/office/drawing/2014/main" id="{0DB4E593-8CE3-4746-AEDF-870A624B63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56" b="15673"/>
            <a:stretch/>
          </p:blipFill>
          <p:spPr bwMode="auto">
            <a:xfrm>
              <a:off x="1519303" y="222046"/>
              <a:ext cx="1439961" cy="98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445828-BD16-BB4F-88A1-28AD89754BBD}"/>
              </a:ext>
            </a:extLst>
          </p:cNvPr>
          <p:cNvGrpSpPr/>
          <p:nvPr/>
        </p:nvGrpSpPr>
        <p:grpSpPr>
          <a:xfrm>
            <a:off x="8333563" y="1278199"/>
            <a:ext cx="1543050" cy="1192546"/>
            <a:chOff x="2544815" y="879755"/>
            <a:chExt cx="1543050" cy="1192546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01599948-BF3E-814E-ABDB-AD5BC62631E5}"/>
                </a:ext>
              </a:extLst>
            </p:cNvPr>
            <p:cNvSpPr/>
            <p:nvPr/>
          </p:nvSpPr>
          <p:spPr>
            <a:xfrm>
              <a:off x="2544815" y="879755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52" name="Picture 6" descr="Cricket Control in Grand Rapids | Perfection Lawn Care">
              <a:extLst>
                <a:ext uri="{FF2B5EF4-FFF2-40B4-BE49-F238E27FC236}">
                  <a16:creationId xmlns:a16="http://schemas.microsoft.com/office/drawing/2014/main" id="{2CA01DDC-6AD4-2A4D-A67A-53D0E84D6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8967" y="985448"/>
              <a:ext cx="1404725" cy="977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D401324-4243-CC4F-A0BE-00E812EADE0E}"/>
              </a:ext>
            </a:extLst>
          </p:cNvPr>
          <p:cNvGrpSpPr/>
          <p:nvPr/>
        </p:nvGrpSpPr>
        <p:grpSpPr>
          <a:xfrm>
            <a:off x="9222353" y="2042137"/>
            <a:ext cx="1543050" cy="1192546"/>
            <a:chOff x="3646627" y="1679255"/>
            <a:chExt cx="1543050" cy="1192546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3B9A3587-0549-134F-8171-A3FBBC11E9A1}"/>
                </a:ext>
              </a:extLst>
            </p:cNvPr>
            <p:cNvSpPr/>
            <p:nvPr/>
          </p:nvSpPr>
          <p:spPr>
            <a:xfrm>
              <a:off x="3646627" y="1679255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CEAE500-43C5-3B45-9C71-64A787138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09429" y="1803163"/>
              <a:ext cx="1416881" cy="97708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6" name="Right Arrow 55">
            <a:extLst>
              <a:ext uri="{FF2B5EF4-FFF2-40B4-BE49-F238E27FC236}">
                <a16:creationId xmlns:a16="http://schemas.microsoft.com/office/drawing/2014/main" id="{44CE389E-D89C-BC48-9F0E-615F5B3F9E63}"/>
              </a:ext>
            </a:extLst>
          </p:cNvPr>
          <p:cNvSpPr/>
          <p:nvPr/>
        </p:nvSpPr>
        <p:spPr>
          <a:xfrm rot="2156612">
            <a:off x="4481364" y="2019049"/>
            <a:ext cx="3485980" cy="1895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6EE9B1-3130-7F4B-987E-ABEE577ECA50}"/>
              </a:ext>
            </a:extLst>
          </p:cNvPr>
          <p:cNvSpPr txBox="1"/>
          <p:nvPr/>
        </p:nvSpPr>
        <p:spPr>
          <a:xfrm>
            <a:off x="2465425" y="121358"/>
            <a:ext cx="182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Day1. Baseline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F73BC4-7C9D-AA4D-A6F5-05B79AEBB4C2}"/>
              </a:ext>
            </a:extLst>
          </p:cNvPr>
          <p:cNvSpPr txBox="1"/>
          <p:nvPr/>
        </p:nvSpPr>
        <p:spPr>
          <a:xfrm>
            <a:off x="7089046" y="120235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Day 2. Encoding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55B4574-82C8-6949-A97D-E4AAFB67B456}"/>
              </a:ext>
            </a:extLst>
          </p:cNvPr>
          <p:cNvGrpSpPr/>
          <p:nvPr/>
        </p:nvGrpSpPr>
        <p:grpSpPr>
          <a:xfrm>
            <a:off x="6795209" y="1254211"/>
            <a:ext cx="1543050" cy="1192546"/>
            <a:chOff x="5287399" y="1888311"/>
            <a:chExt cx="1543050" cy="1192546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804D06C-AF12-7A49-9FFC-96568D5DB4A0}"/>
                </a:ext>
              </a:extLst>
            </p:cNvPr>
            <p:cNvSpPr/>
            <p:nvPr/>
          </p:nvSpPr>
          <p:spPr>
            <a:xfrm>
              <a:off x="5287399" y="1888311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30FE138-DCE1-274C-8A94-53986D5C6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32388" y="2054146"/>
              <a:ext cx="1233451" cy="86087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92D699E-EC91-F945-921F-1ADDF1451F68}"/>
              </a:ext>
            </a:extLst>
          </p:cNvPr>
          <p:cNvGrpSpPr/>
          <p:nvPr/>
        </p:nvGrpSpPr>
        <p:grpSpPr>
          <a:xfrm>
            <a:off x="7674752" y="2051202"/>
            <a:ext cx="1543050" cy="1192546"/>
            <a:chOff x="11740760" y="-527204"/>
            <a:chExt cx="1543050" cy="1192546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F602C5AB-CB59-8B41-B47D-C51F5A4546E1}"/>
                </a:ext>
              </a:extLst>
            </p:cNvPr>
            <p:cNvSpPr/>
            <p:nvPr/>
          </p:nvSpPr>
          <p:spPr>
            <a:xfrm>
              <a:off x="11740760" y="-527204"/>
              <a:ext cx="1543050" cy="11925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FFE45DC-DB6E-5448-A31A-7C2BF1FA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95560" y="-356227"/>
              <a:ext cx="1233450" cy="850593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F005091-9166-4949-A587-B0C97CD0AE0C}"/>
              </a:ext>
            </a:extLst>
          </p:cNvPr>
          <p:cNvSpPr txBox="1"/>
          <p:nvPr/>
        </p:nvSpPr>
        <p:spPr>
          <a:xfrm>
            <a:off x="8995270" y="822155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(incongruent)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C03CC2-12D7-4744-8BA0-91D2CC671DCB}"/>
              </a:ext>
            </a:extLst>
          </p:cNvPr>
          <p:cNvSpPr txBox="1"/>
          <p:nvPr/>
        </p:nvSpPr>
        <p:spPr>
          <a:xfrm>
            <a:off x="9812440" y="1544784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(neutral)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C22F66-6647-F642-AA6F-F28F7ACA43BB}"/>
              </a:ext>
            </a:extLst>
          </p:cNvPr>
          <p:cNvSpPr txBox="1"/>
          <p:nvPr/>
        </p:nvSpPr>
        <p:spPr>
          <a:xfrm>
            <a:off x="10702036" y="240292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(congruent)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8AB71-19F8-BA29-B9A2-1D221751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6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56" grpId="0" animBg="1"/>
      <p:bldP spid="58" grpId="0"/>
      <p:bldP spid="68" grpId="0"/>
      <p:bldP spid="69" grpId="0"/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Analysis plan </a:t>
            </a:r>
            <a:r>
              <a:rPr lang="en-US" altLang="zh-CN" dirty="0">
                <a:highlight>
                  <a:srgbClr val="FFFF00"/>
                </a:highlight>
              </a:rPr>
              <a:t>(to do)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Behavioral analysis</a:t>
            </a:r>
          </a:p>
          <a:p>
            <a:pPr lvl="1"/>
            <a:r>
              <a:rPr lang="en-US" altLang="zh-CN" dirty="0"/>
              <a:t>congruency ratings (1-4) ~ age group (Y/O)</a:t>
            </a:r>
          </a:p>
          <a:p>
            <a:pPr lvl="1"/>
            <a:r>
              <a:rPr lang="en-US" altLang="zh-CN" dirty="0"/>
              <a:t>subsequent memory ~ age group * congruency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highlight>
                  <a:srgbClr val="FFFF00"/>
                </a:highlight>
              </a:rPr>
              <a:t>Parametric modulation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Univariate activation ~ congruency ratings (1-4) * age group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Could also contrast baseline activation and encoding (schema-effect)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Expected result: </a:t>
            </a:r>
            <a:r>
              <a:rPr lang="zh-CN" altLang="en-US" dirty="0">
                <a:highlight>
                  <a:srgbClr val="FFFF00"/>
                </a:highlight>
              </a:rPr>
              <a:t>↑ </a:t>
            </a:r>
            <a:r>
              <a:rPr lang="en-US" altLang="zh-CN" dirty="0">
                <a:highlight>
                  <a:srgbClr val="FFFF00"/>
                </a:highlight>
              </a:rPr>
              <a:t>congruency		</a:t>
            </a:r>
            <a:r>
              <a:rPr lang="zh-CN" altLang="en-US" dirty="0">
                <a:highlight>
                  <a:srgbClr val="FFFF00"/>
                </a:highlight>
              </a:rPr>
              <a:t>↑ </a:t>
            </a:r>
            <a:r>
              <a:rPr lang="en-US" altLang="zh-CN" dirty="0" err="1">
                <a:highlight>
                  <a:srgbClr val="FFFF00"/>
                </a:highlight>
              </a:rPr>
              <a:t>mPFC</a:t>
            </a:r>
            <a:r>
              <a:rPr lang="en-US" altLang="zh-CN" dirty="0">
                <a:highlight>
                  <a:srgbClr val="FFFF00"/>
                </a:highlight>
              </a:rPr>
              <a:t>	</a:t>
            </a:r>
            <a:r>
              <a:rPr lang="zh-CN" altLang="en-US" dirty="0">
                <a:highlight>
                  <a:srgbClr val="FFFF00"/>
                </a:highlight>
              </a:rPr>
              <a:t>↓ </a:t>
            </a:r>
            <a:endParaRPr lang="en-US" altLang="zh-CN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Functional connectivity using hippocampal seed</a:t>
            </a:r>
          </a:p>
          <a:p>
            <a:pPr lvl="1"/>
            <a:r>
              <a:rPr lang="en-US" altLang="zh-CN" dirty="0"/>
              <a:t>z ~ congruency (con vs </a:t>
            </a:r>
            <a:r>
              <a:rPr lang="en-US" altLang="zh-CN" dirty="0" err="1"/>
              <a:t>inc</a:t>
            </a:r>
            <a:r>
              <a:rPr lang="en-US" altLang="zh-CN" dirty="0"/>
              <a:t>) * age group (YA vs OA) * </a:t>
            </a:r>
            <a:r>
              <a:rPr lang="en-US" altLang="zh-CN" dirty="0" err="1"/>
              <a:t>hipp</a:t>
            </a:r>
            <a:r>
              <a:rPr lang="en-US" altLang="zh-CN" dirty="0"/>
              <a:t> (4 seeds)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6632-0902-6E31-D4D2-3D6631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4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55 participants and counting </a:t>
            </a:r>
          </a:p>
          <a:p>
            <a:pPr marL="0" indent="0">
              <a:buNone/>
            </a:pPr>
            <a:r>
              <a:rPr lang="en-US" dirty="0"/>
              <a:t>32 YA + 23 OA </a:t>
            </a:r>
            <a:r>
              <a:rPr lang="en-US" dirty="0">
                <a:highlight>
                  <a:srgbClr val="FFFF00"/>
                </a:highlight>
              </a:rPr>
              <a:t>(more OAs to come, but also some to be excluded)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Need to find other details (age, education, race,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6632-0902-6E31-D4D2-3D6631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6B859-C405-0146-D745-14CA1A79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37" y="2963214"/>
            <a:ext cx="9179378" cy="254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9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9EB7-9564-C925-8FEC-25550348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highlight>
                  <a:srgbClr val="FF00FF"/>
                </a:highlight>
              </a:rPr>
              <a:t>Participant exclusion criteria</a:t>
            </a:r>
            <a:endParaRPr lang="zh-CN" altLang="en-US" dirty="0">
              <a:highlight>
                <a:srgbClr val="FF00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DE28-CC22-A777-4CEF-FB125328A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13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A7A8B5-DE5F-1633-D841-EEE548DC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fMRI</a:t>
            </a:r>
            <a:r>
              <a:rPr lang="en-US" altLang="zh-CN" dirty="0"/>
              <a:t>: </a:t>
            </a:r>
            <a:r>
              <a:rPr lang="en-US" altLang="zh-CN" dirty="0" err="1"/>
              <a:t>Dxxx</a:t>
            </a:r>
            <a:r>
              <a:rPr lang="en-US" altLang="zh-CN" dirty="0"/>
              <a:t> bad scans (see participant info tracker excel)</a:t>
            </a:r>
          </a:p>
          <a:p>
            <a:endParaRPr lang="en-US" altLang="zh-CN" dirty="0"/>
          </a:p>
          <a:p>
            <a:r>
              <a:rPr lang="en-US" altLang="zh-CN" b="1" dirty="0"/>
              <a:t>Behavioral</a:t>
            </a:r>
            <a:r>
              <a:rPr lang="en-US" altLang="zh-CN" dirty="0"/>
              <a:t>: Low performance on conceptual memory test (114 old + 30 new)</a:t>
            </a:r>
          </a:p>
          <a:p>
            <a:pPr lvl="1"/>
            <a:r>
              <a:rPr lang="en-US" altLang="zh-CN" dirty="0"/>
              <a:t>Use 1-2=“new” and 3-4=“old”, compute d prime and exclude those with negative d’ [</a:t>
            </a:r>
            <a:r>
              <a:rPr lang="en-US" altLang="zh-CN" b="1" dirty="0" err="1"/>
              <a:t>xxxxxx</a:t>
            </a:r>
            <a:r>
              <a:rPr lang="en-US" altLang="zh-CN" dirty="0"/>
              <a:t>]</a:t>
            </a:r>
          </a:p>
          <a:p>
            <a:pPr lvl="1"/>
            <a:r>
              <a:rPr lang="en-US" altLang="zh-CN" dirty="0"/>
              <a:t>Or comparing the trial-level response to old (all congruency levels) and new items, and exclude those not showing a significant old &gt; new contrast. </a:t>
            </a:r>
            <a:r>
              <a:rPr lang="en-US" altLang="zh-CN" b="1" dirty="0"/>
              <a:t>[109 119 227]</a:t>
            </a:r>
          </a:p>
          <a:p>
            <a:pPr lvl="1"/>
            <a:endParaRPr lang="en-US" altLang="zh-CN" b="1" dirty="0"/>
          </a:p>
          <a:p>
            <a:r>
              <a:rPr lang="en-US" altLang="zh-CN" b="1" dirty="0"/>
              <a:t>Statistical</a:t>
            </a:r>
            <a:r>
              <a:rPr lang="en-US" altLang="zh-CN" dirty="0"/>
              <a:t>: Not enough number of trials in a certain bin (e.g., congruent)</a:t>
            </a:r>
          </a:p>
          <a:p>
            <a:pPr lvl="1"/>
            <a:r>
              <a:rPr lang="en-US" altLang="zh-CN" dirty="0"/>
              <a:t>Only need to remove that cell, not the whole person</a:t>
            </a:r>
          </a:p>
          <a:p>
            <a:pPr lvl="1"/>
            <a:r>
              <a:rPr lang="en-US" altLang="zh-CN" dirty="0"/>
              <a:t>[</a:t>
            </a:r>
            <a:r>
              <a:rPr lang="en-US" altLang="zh-CN" b="1" dirty="0" err="1"/>
              <a:t>xxxxxxxxxxx</a:t>
            </a:r>
            <a:r>
              <a:rPr lang="en-US" altLang="zh-CN" dirty="0"/>
              <a:t>]</a:t>
            </a:r>
          </a:p>
          <a:p>
            <a:pPr lvl="1"/>
            <a:endParaRPr lang="en-US" altLang="zh-CN" b="1" dirty="0"/>
          </a:p>
          <a:p>
            <a:r>
              <a:rPr lang="en-US" altLang="zh-CN" b="1" dirty="0"/>
              <a:t>Final sample </a:t>
            </a:r>
            <a:r>
              <a:rPr lang="en-US" altLang="zh-CN" dirty="0"/>
              <a:t>=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58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4BCB-492B-195F-D094-B4D5A39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Subjective rating of congruency (1-4)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6931-543C-4BA4-A505-062322B3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14</a:t>
            </a:fld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BF277A6-940E-E69D-C269-BD2C2C87B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CBEF3F-C48D-8D20-F6F6-A8782C8F2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1282"/>
            <a:ext cx="10515600" cy="2025315"/>
          </a:xfrm>
        </p:spPr>
        <p:txBody>
          <a:bodyPr>
            <a:normAutofit/>
          </a:bodyPr>
          <a:lstStyle/>
          <a:p>
            <a:r>
              <a:rPr lang="en-US" altLang="zh-CN" dirty="0"/>
              <a:t>Participant</a:t>
            </a:r>
            <a:r>
              <a:rPr lang="en-US" dirty="0"/>
              <a:t>-mean ratings clearly reflect the 3 conditions (</a:t>
            </a:r>
            <a:r>
              <a:rPr lang="en-US" dirty="0" err="1"/>
              <a:t>inc</a:t>
            </a:r>
            <a:r>
              <a:rPr lang="en-US" dirty="0"/>
              <a:t>, neu, con), yet trial-level data show that </a:t>
            </a:r>
            <a:r>
              <a:rPr lang="en-US" b="1" dirty="0"/>
              <a:t>neural</a:t>
            </a:r>
            <a:r>
              <a:rPr lang="en-US" dirty="0"/>
              <a:t> is somewhat weird. Thus, later analyses use each </a:t>
            </a:r>
            <a:r>
              <a:rPr lang="en-US" altLang="zh-CN" dirty="0"/>
              <a:t>participant’s</a:t>
            </a:r>
            <a:r>
              <a:rPr lang="en-US" dirty="0"/>
              <a:t> own response (1-2=</a:t>
            </a:r>
            <a:r>
              <a:rPr lang="en-US" dirty="0" err="1"/>
              <a:t>inc</a:t>
            </a:r>
            <a:r>
              <a:rPr lang="en-US" dirty="0"/>
              <a:t>, 3-4=con); </a:t>
            </a:r>
            <a:r>
              <a:rPr lang="en-US" dirty="0">
                <a:highlight>
                  <a:srgbClr val="FFFF00"/>
                </a:highlight>
              </a:rPr>
              <a:t>alternatively, we can do 1=</a:t>
            </a:r>
            <a:r>
              <a:rPr lang="en-US" dirty="0" err="1">
                <a:highlight>
                  <a:srgbClr val="FFFF00"/>
                </a:highlight>
              </a:rPr>
              <a:t>inc</a:t>
            </a:r>
            <a:r>
              <a:rPr lang="en-US" dirty="0">
                <a:highlight>
                  <a:srgbClr val="FFFF00"/>
                </a:highlight>
              </a:rPr>
              <a:t>, 2-3=neu, 4=con. </a:t>
            </a:r>
          </a:p>
        </p:txBody>
      </p:sp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1CDF18A3-718A-1AF8-386A-7499AA61F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77" y="2962178"/>
            <a:ext cx="5994708" cy="3708591"/>
          </a:xfrm>
          <a:prstGeom prst="rect">
            <a:avLst/>
          </a:prstGeom>
        </p:spPr>
      </p:pic>
      <p:pic>
        <p:nvPicPr>
          <p:cNvPr id="11" name="Picture 10" descr="A screenshot of a graph&#10;&#10;Description automatically generated">
            <a:extLst>
              <a:ext uri="{FF2B5EF4-FFF2-40B4-BE49-F238E27FC236}">
                <a16:creationId xmlns:a16="http://schemas.microsoft.com/office/drawing/2014/main" id="{06CF39A1-297A-5335-7FBA-239CBC8551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10"/>
          <a:stretch/>
        </p:blipFill>
        <p:spPr>
          <a:xfrm>
            <a:off x="6389346" y="2962178"/>
            <a:ext cx="4843087" cy="37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17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4BCB-492B-195F-D094-B4D5A39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Split trials (114) by subjective congruency (1-4)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6931-543C-4BA4-A505-062322B3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15</a:t>
            </a:fld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BF277A6-940E-E69D-C269-BD2C2C87B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989EE005-5ABF-6AD4-012F-23348F394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254007"/>
              </p:ext>
            </p:extLst>
          </p:nvPr>
        </p:nvGraphicFramePr>
        <p:xfrm>
          <a:off x="565266" y="2215136"/>
          <a:ext cx="10931236" cy="4442839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1565168">
                  <a:extLst>
                    <a:ext uri="{9D8B030D-6E8A-4147-A177-3AD203B41FA5}">
                      <a16:colId xmlns:a16="http://schemas.microsoft.com/office/drawing/2014/main" val="2823794281"/>
                    </a:ext>
                  </a:extLst>
                </a:gridCol>
                <a:gridCol w="1565168">
                  <a:extLst>
                    <a:ext uri="{9D8B030D-6E8A-4147-A177-3AD203B41FA5}">
                      <a16:colId xmlns:a16="http://schemas.microsoft.com/office/drawing/2014/main" val="2531990226"/>
                    </a:ext>
                  </a:extLst>
                </a:gridCol>
                <a:gridCol w="1565168">
                  <a:extLst>
                    <a:ext uri="{9D8B030D-6E8A-4147-A177-3AD203B41FA5}">
                      <a16:colId xmlns:a16="http://schemas.microsoft.com/office/drawing/2014/main" val="683117218"/>
                    </a:ext>
                  </a:extLst>
                </a:gridCol>
                <a:gridCol w="2029492">
                  <a:extLst>
                    <a:ext uri="{9D8B030D-6E8A-4147-A177-3AD203B41FA5}">
                      <a16:colId xmlns:a16="http://schemas.microsoft.com/office/drawing/2014/main" val="3034425862"/>
                    </a:ext>
                  </a:extLst>
                </a:gridCol>
                <a:gridCol w="2069869">
                  <a:extLst>
                    <a:ext uri="{9D8B030D-6E8A-4147-A177-3AD203B41FA5}">
                      <a16:colId xmlns:a16="http://schemas.microsoft.com/office/drawing/2014/main" val="570320375"/>
                    </a:ext>
                  </a:extLst>
                </a:gridCol>
                <a:gridCol w="2136371">
                  <a:extLst>
                    <a:ext uri="{9D8B030D-6E8A-4147-A177-3AD203B41FA5}">
                      <a16:colId xmlns:a16="http://schemas.microsoft.com/office/drawing/2014/main" val="924952703"/>
                    </a:ext>
                  </a:extLst>
                </a:gridCol>
              </a:tblGrid>
              <a:tr h="4442839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ysClr val="windowText" lastClr="000000"/>
                          </a:solidFill>
                        </a:rPr>
                        <a:t>ID    12inc 34con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102       64       49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103       69       45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104       68       35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105       60       54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106       57       55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107       46       67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108       64       49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109       36       35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110       72       42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111       67       47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112       66       47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113       48       56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114       63       51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115       50       54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117       63       51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118       49       63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119       63       49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120       67       47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123       50       50   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124       52       52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126       64       50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127       45       69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128       71       43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129       64       47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130       66       48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131       46       67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132       53       60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134       63       50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135       52       57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136       67       46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137       70       44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138       38       52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201       63       47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202       63       50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203       63       51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204       69       44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205       70       44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206       49       64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207       57       57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208       60       53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209       72       36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210       56       56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211       61       49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212       65       49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213       62       32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214       61       52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216       64       44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217       44       56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218       64       47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219       62       52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221       63       51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222       56       58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225       68       45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227       69       45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230       55       49   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ysClr val="windowText" lastClr="000000"/>
                          </a:solidFill>
                        </a:rPr>
                        <a:t>ID    1inc  23neu    4con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102      49       22      42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103      49       29      36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104      50       26      27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105      39       36      39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106      47       26      39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107      30       46      37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108      37       47      29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109      17       37      17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110      54       28      32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111      47       39      28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112      43       36      34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113      31       39      34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114      49       40      25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115      37       28      39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117      48       29      37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118      36       29      47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119      52       26      34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120      49       28      37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123      24       44      32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124      44       25      35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126      44       27      43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127      31       22      61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128      58       33      23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129      51       25      35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130      55       20      39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131      26       47      40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132      50        6      57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134      46       44      23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135      34       33      42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136      52       29      32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137      56       26      32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138      33       20      37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201      52       25      33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202      44       42      27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203      47       23      44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204      67        3      43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205      49       35      30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206      14       71      28 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207      19       68      27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208      38       34      41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209      56       27      25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210      34       40      38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211      49       21      40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212      45       37      32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</a:rPr>
                        <a:t>  213      52       18      24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214      32       54      27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216      51       31      26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217      29       36      35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218      43       33      35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219      48       32      34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221      51       25      38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222      44       34      36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225      59       20      34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227      57       22      35</a:t>
                      </a:r>
                    </a:p>
                    <a:p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  230      43       24      37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069856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837C9D-0791-B016-3D58-D6FDF826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1282"/>
            <a:ext cx="10515600" cy="459029"/>
          </a:xfrm>
        </p:spPr>
        <p:txBody>
          <a:bodyPr>
            <a:noAutofit/>
          </a:bodyPr>
          <a:lstStyle/>
          <a:p>
            <a:r>
              <a:rPr lang="en-US" altLang="zh-CN" dirty="0"/>
              <a:t>Highlighting some low-count/imbalanced cases</a:t>
            </a:r>
          </a:p>
          <a:p>
            <a:r>
              <a:rPr lang="en-US" dirty="0">
                <a:highlight>
                  <a:srgbClr val="FFFF00"/>
                </a:highlight>
              </a:rPr>
              <a:t>Note that these are all trials, but subsequent analyses </a:t>
            </a:r>
            <a:r>
              <a:rPr lang="en-US">
                <a:highlight>
                  <a:srgbClr val="FFFF00"/>
                </a:highlight>
              </a:rPr>
              <a:t>would focus on hits only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7724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4BCB-492B-195F-D094-B4D5A39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Conceptual false alarms (no congruency)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6931-543C-4BA4-A505-062322B3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16</a:t>
            </a:fld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BF277A6-940E-E69D-C269-BD2C2C87B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CBEF3F-C48D-8D20-F6F6-A8782C8F2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1283"/>
            <a:ext cx="10515600" cy="1604194"/>
          </a:xfrm>
        </p:spPr>
        <p:txBody>
          <a:bodyPr>
            <a:normAutofit/>
          </a:bodyPr>
          <a:lstStyle/>
          <a:p>
            <a:r>
              <a:rPr lang="en-US" dirty="0"/>
              <a:t>OAs show false alarm rates (FARs) than YAs.</a:t>
            </a:r>
          </a:p>
          <a:p>
            <a:r>
              <a:rPr lang="en-US" dirty="0"/>
              <a:t>Some high FAR outliers can be excluded, but since we’re focusing on encoding data now that matters a</a:t>
            </a:r>
            <a:r>
              <a:rPr lang="zh-CN" altLang="en-US" dirty="0"/>
              <a:t> </a:t>
            </a:r>
            <a:r>
              <a:rPr lang="en-US" altLang="zh-CN" dirty="0"/>
              <a:t>bit</a:t>
            </a:r>
            <a:r>
              <a:rPr lang="zh-CN" altLang="en-US" dirty="0"/>
              <a:t> </a:t>
            </a:r>
            <a:r>
              <a:rPr lang="en-US" dirty="0"/>
              <a:t>less. </a:t>
            </a:r>
            <a:r>
              <a:rPr lang="en-US" dirty="0">
                <a:highlight>
                  <a:srgbClr val="FFFF00"/>
                </a:highlight>
              </a:rPr>
              <a:t>All 55 included for now</a:t>
            </a:r>
            <a:r>
              <a:rPr lang="en-US" dirty="0"/>
              <a:t>. </a:t>
            </a:r>
          </a:p>
        </p:txBody>
      </p:sp>
      <p:pic>
        <p:nvPicPr>
          <p:cNvPr id="5" name="Picture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69767681-656D-A130-869E-204DB8C8F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414" y="2552821"/>
            <a:ext cx="6738372" cy="416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38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4BCB-492B-195F-D094-B4D5A39A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Conceptual hits by subjective congruency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6931-543C-4BA4-A505-062322B3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17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CBEF3F-C48D-8D20-F6F6-A8782C8F2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1283"/>
            <a:ext cx="10515600" cy="1604194"/>
          </a:xfrm>
        </p:spPr>
        <p:txBody>
          <a:bodyPr>
            <a:normAutofit/>
          </a:bodyPr>
          <a:lstStyle/>
          <a:p>
            <a:r>
              <a:rPr lang="en-US" dirty="0"/>
              <a:t>OAs have higher HRs overall. Again, outliers with very low HRs may be excluded, but </a:t>
            </a:r>
            <a:r>
              <a:rPr lang="en-US" dirty="0">
                <a:highlight>
                  <a:srgbClr val="FFFF00"/>
                </a:highlight>
              </a:rPr>
              <a:t>all 55 participants are included for now.</a:t>
            </a:r>
          </a:p>
          <a:p>
            <a:r>
              <a:rPr lang="en-US" dirty="0">
                <a:highlight>
                  <a:srgbClr val="FFFF00"/>
                </a:highlight>
              </a:rPr>
              <a:t>No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corrections applied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yet!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11" name="Picture 10" descr="A screenshot of a graph&#10;&#10;Description automatically generated">
            <a:extLst>
              <a:ext uri="{FF2B5EF4-FFF2-40B4-BE49-F238E27FC236}">
                <a16:creationId xmlns:a16="http://schemas.microsoft.com/office/drawing/2014/main" id="{01534CDB-0AA3-4755-593D-4B98D10A9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80" y="2563520"/>
            <a:ext cx="5994708" cy="4302970"/>
          </a:xfrm>
          <a:prstGeom prst="rect">
            <a:avLst/>
          </a:prstGeom>
        </p:spPr>
      </p:pic>
      <p:pic>
        <p:nvPicPr>
          <p:cNvPr id="15" name="Picture 14" descr="A screenshot of a graph&#10;&#10;Description automatically generated">
            <a:extLst>
              <a:ext uri="{FF2B5EF4-FFF2-40B4-BE49-F238E27FC236}">
                <a16:creationId xmlns:a16="http://schemas.microsoft.com/office/drawing/2014/main" id="{C7601411-F255-74DF-5D5C-5D382CF736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60"/>
          <a:stretch/>
        </p:blipFill>
        <p:spPr>
          <a:xfrm>
            <a:off x="6527132" y="2563519"/>
            <a:ext cx="5265708" cy="43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68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926D-D896-C551-12B9-D47EA7D4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Univ parametric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6E86C-E6A6-284D-51CC-FF431C13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Sbj</a:t>
            </a:r>
            <a:r>
              <a:rPr lang="en-US" altLang="zh-CN" dirty="0"/>
              <a:t> con2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6BBEC-C28C-D0B8-0514-3F69164C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13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series functional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1284"/>
            <a:ext cx="6744629" cy="492567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ROI beta extraction based on the Brainnetome atlas -&gt; 246 ROIs</a:t>
            </a:r>
          </a:p>
          <a:p>
            <a:pPr lvl="1"/>
            <a:r>
              <a:rPr lang="en-US" dirty="0"/>
              <a:t>Focusing on hippocampal and cortical ROIs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Beta series correlation for pairs of ROIs, separately for these 3 conditions:</a:t>
            </a:r>
          </a:p>
          <a:p>
            <a:pPr lvl="1"/>
            <a:r>
              <a:rPr lang="en-US" dirty="0"/>
              <a:t>Rem_sbj4con = later conceptually remembered &amp; subject-rated as congruent</a:t>
            </a:r>
          </a:p>
          <a:p>
            <a:pPr lvl="1"/>
            <a:r>
              <a:rPr lang="en-US" altLang="zh-CN" dirty="0"/>
              <a:t>Rem_sbj23neu = later conceptually remembered &amp; subject-rated as incongruent</a:t>
            </a:r>
          </a:p>
          <a:p>
            <a:pPr lvl="1"/>
            <a:r>
              <a:rPr lang="en-US" altLang="zh-CN" dirty="0"/>
              <a:t>Rem_sbj1inc = later conceptually remembered &amp; subject-rated as incongruent</a:t>
            </a:r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A761D-4B56-E82F-72D6-27C4BC9C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D928D-BEED-ECF2-3A35-209A492A4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829" y="1377230"/>
            <a:ext cx="4609171" cy="46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b="1" dirty="0">
                <a:latin typeface="Consolas" panose="020B0609020204030204" pitchFamily="49" charset="0"/>
              </a:rPr>
              <a:t>z ~ </a:t>
            </a:r>
            <a:r>
              <a:rPr lang="en-US" altLang="zh-CN" sz="2800" b="1" dirty="0" err="1">
                <a:latin typeface="Consolas" panose="020B0609020204030204" pitchFamily="49" charset="0"/>
              </a:rPr>
              <a:t>trial_type</a:t>
            </a:r>
            <a:r>
              <a:rPr lang="en-US" altLang="zh-CN" sz="2800" b="1" dirty="0">
                <a:latin typeface="Consolas" panose="020B0609020204030204" pitchFamily="49" charset="0"/>
              </a:rPr>
              <a:t> * </a:t>
            </a:r>
            <a:r>
              <a:rPr lang="en-US" altLang="zh-CN" sz="2800" b="1" dirty="0" err="1">
                <a:latin typeface="Consolas" panose="020B0609020204030204" pitchFamily="49" charset="0"/>
              </a:rPr>
              <a:t>age_grp</a:t>
            </a:r>
            <a:r>
              <a:rPr lang="en-US" altLang="zh-CN" sz="2800" b="1" dirty="0">
                <a:latin typeface="Consolas" panose="020B0609020204030204" pitchFamily="49" charset="0"/>
              </a:rPr>
              <a:t> * </a:t>
            </a:r>
            <a:r>
              <a:rPr lang="en-US" altLang="zh-CN" sz="2800" b="1" dirty="0" err="1">
                <a:latin typeface="Consolas" panose="020B0609020204030204" pitchFamily="49" charset="0"/>
              </a:rPr>
              <a:t>hipp</a:t>
            </a:r>
            <a:r>
              <a:rPr lang="en-US" altLang="zh-CN" sz="2800" b="1" dirty="0">
                <a:latin typeface="Consolas" panose="020B0609020204030204" pitchFamily="49" charset="0"/>
              </a:rPr>
              <a:t> + (1|ID)</a:t>
            </a:r>
          </a:p>
          <a:p>
            <a:r>
              <a:rPr lang="en-US" dirty="0"/>
              <a:t>z = connectivity, Fisher-transformed r, between hippocampal seeds and 160 cortical regions (except somatosensory and motor)</a:t>
            </a:r>
          </a:p>
          <a:p>
            <a:r>
              <a:rPr lang="en-US" dirty="0"/>
              <a:t>Trial type = </a:t>
            </a:r>
            <a:r>
              <a:rPr lang="en-US" altLang="zh-CN" dirty="0"/>
              <a:t>rem_sbj1inc, rem_sbj23neu, rem_sbj4con</a:t>
            </a:r>
            <a:endParaRPr lang="en-US" dirty="0"/>
          </a:p>
          <a:p>
            <a:r>
              <a:rPr lang="en-US" dirty="0"/>
              <a:t>Age group = YA or OA</a:t>
            </a:r>
          </a:p>
          <a:p>
            <a:r>
              <a:rPr lang="en-US" dirty="0"/>
              <a:t>Hipp = 4 seeds (</a:t>
            </a:r>
            <a:r>
              <a:rPr lang="en-US" altLang="zh-CN" dirty="0"/>
              <a:t>left/right x anterior/posterior</a:t>
            </a:r>
            <a:r>
              <a:rPr lang="en-US" dirty="0"/>
              <a:t>)</a:t>
            </a:r>
          </a:p>
          <a:p>
            <a:r>
              <a:rPr lang="en-US" dirty="0"/>
              <a:t>ID = Random intercept for subjects</a:t>
            </a:r>
          </a:p>
          <a:p>
            <a:endParaRPr lang="en-US" dirty="0"/>
          </a:p>
          <a:p>
            <a:r>
              <a:rPr lang="en-US" dirty="0"/>
              <a:t>Type 3 ANOVA significance level set at uncorrected p &lt; 0.001 </a:t>
            </a:r>
          </a:p>
          <a:p>
            <a:r>
              <a:rPr lang="en-US" dirty="0"/>
              <a:t>Post hoc contrasts of marginal means corrected using the Tukey method for comparing 4 estimates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6632-0902-6E31-D4D2-3D6631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20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B580B6-A26A-FAB3-8D94-96ABCAC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 x Congruency interaction on connectivity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BE9D-0EB3-A251-ECE5-EA5E55FA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2985920"/>
            <a:ext cx="10515600" cy="886159"/>
          </a:xfrm>
        </p:spPr>
        <p:txBody>
          <a:bodyPr/>
          <a:lstStyle/>
          <a:p>
            <a:r>
              <a:rPr lang="en-US" altLang="zh-CN" dirty="0"/>
              <a:t>Results with 2-split of subjective congruency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558A6-60F3-18D7-5E55-D82D3A48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5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Will need to exclude bins with correlation computed with &lt;20 trials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Lots of significant </a:t>
            </a:r>
            <a:r>
              <a:rPr lang="en-US" b="1" dirty="0"/>
              <a:t>intercepts</a:t>
            </a:r>
            <a:r>
              <a:rPr lang="en-US" dirty="0"/>
              <a:t> + main effect of </a:t>
            </a:r>
            <a:r>
              <a:rPr lang="en-US" b="1" dirty="0"/>
              <a:t>Hipp</a:t>
            </a:r>
            <a:r>
              <a:rPr lang="en-US" dirty="0"/>
              <a:t> seeds (not printed)</a:t>
            </a:r>
          </a:p>
          <a:p>
            <a:r>
              <a:rPr lang="en-US" dirty="0"/>
              <a:t>Green and Yellow ROIs showing trial type/congruency-related effects: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6632-0902-6E31-D4D2-3D6631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22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B580B6-A26A-FAB3-8D94-96ABCAC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Results – hipp encoding connectivity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B480F-DE68-ED7B-B777-768AE877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08" y="2634339"/>
            <a:ext cx="4586046" cy="3338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86748A-E99E-E89C-63CD-CE9AE91E3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62" y="2197891"/>
            <a:ext cx="4214422" cy="397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2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BDFCED14-83F0-F3F5-5E19-EC52BDFB8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78" y="3355910"/>
            <a:ext cx="2286005" cy="3200407"/>
          </a:xfrm>
          <a:prstGeom prst="rect">
            <a:avLst/>
          </a:prstGeom>
        </p:spPr>
      </p:pic>
      <p:pic>
        <p:nvPicPr>
          <p:cNvPr id="87" name="Picture 86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2AFF3D21-78E9-6DE6-83E3-310CA1FBC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022" y="116756"/>
            <a:ext cx="2286005" cy="3200407"/>
          </a:xfrm>
          <a:prstGeom prst="rect">
            <a:avLst/>
          </a:prstGeom>
        </p:spPr>
      </p:pic>
      <p:pic>
        <p:nvPicPr>
          <p:cNvPr id="89" name="Picture 88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4C9D75F9-2A03-C820-7F15-2C9246775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3" y="3429000"/>
            <a:ext cx="2286005" cy="3200407"/>
          </a:xfrm>
          <a:prstGeom prst="rect">
            <a:avLst/>
          </a:prstGeom>
        </p:spPr>
      </p:pic>
      <p:pic>
        <p:nvPicPr>
          <p:cNvPr id="91" name="Picture 90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3700F056-B6A7-7110-60AC-D4807EA140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034" y="3428999"/>
            <a:ext cx="2286005" cy="3200407"/>
          </a:xfrm>
          <a:prstGeom prst="rect">
            <a:avLst/>
          </a:prstGeom>
        </p:spPr>
      </p:pic>
      <p:pic>
        <p:nvPicPr>
          <p:cNvPr id="71" name="Picture 70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85D96426-72D1-898C-414B-AC9D3520FD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68"/>
          <a:stretch/>
        </p:blipFill>
        <p:spPr>
          <a:xfrm>
            <a:off x="-16843" y="160884"/>
            <a:ext cx="2524913" cy="3200407"/>
          </a:xfrm>
          <a:prstGeom prst="rect">
            <a:avLst/>
          </a:prstGeom>
        </p:spPr>
      </p:pic>
      <p:pic>
        <p:nvPicPr>
          <p:cNvPr id="77" name="Picture 76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4FB7E4C6-60B4-A2FA-3F4B-F2A1E2DD9E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362" y="155503"/>
            <a:ext cx="3657607" cy="320040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5995FA3-1276-4FD6-2E70-E57106E22783}"/>
              </a:ext>
            </a:extLst>
          </p:cNvPr>
          <p:cNvSpPr txBox="1"/>
          <p:nvPr/>
        </p:nvSpPr>
        <p:spPr>
          <a:xfrm>
            <a:off x="802278" y="1152563"/>
            <a:ext cx="916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00FF00"/>
                </a:highlight>
              </a:rPr>
              <a:t>.0011</a:t>
            </a:r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CE4622-D084-4EFF-142A-AA5BF470DADA}"/>
              </a:ext>
            </a:extLst>
          </p:cNvPr>
          <p:cNvSpPr txBox="1"/>
          <p:nvPr/>
        </p:nvSpPr>
        <p:spPr>
          <a:xfrm>
            <a:off x="7033511" y="1707218"/>
            <a:ext cx="1070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.0005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43C472-ACB1-129B-3166-F0AD1A88BE63}"/>
              </a:ext>
            </a:extLst>
          </p:cNvPr>
          <p:cNvSpPr txBox="1"/>
          <p:nvPr/>
        </p:nvSpPr>
        <p:spPr>
          <a:xfrm>
            <a:off x="3184357" y="1386374"/>
            <a:ext cx="760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00FF00"/>
                </a:highlight>
              </a:rPr>
              <a:t>.0013</a:t>
            </a:r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175DB3-5F30-5304-2ED3-8FB15F555425}"/>
              </a:ext>
            </a:extLst>
          </p:cNvPr>
          <p:cNvSpPr txBox="1"/>
          <p:nvPr/>
        </p:nvSpPr>
        <p:spPr>
          <a:xfrm>
            <a:off x="3490240" y="4402115"/>
            <a:ext cx="760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.0002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BF615E24-4695-2535-1A28-3B9B93E6E22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51548" y="206544"/>
            <a:ext cx="4023293" cy="292899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3E6C113-191D-2E7B-3434-303B15EDB5F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04321" y="3187184"/>
            <a:ext cx="3918346" cy="369953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E3E523A-FA03-0187-928D-6843DA27E66E}"/>
              </a:ext>
            </a:extLst>
          </p:cNvPr>
          <p:cNvSpPr txBox="1"/>
          <p:nvPr/>
        </p:nvSpPr>
        <p:spPr>
          <a:xfrm>
            <a:off x="958120" y="4692116"/>
            <a:ext cx="1070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&lt;.0001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CF7ECC-DBC0-B604-FF1A-4EA08F0857FC}"/>
              </a:ext>
            </a:extLst>
          </p:cNvPr>
          <p:cNvSpPr txBox="1"/>
          <p:nvPr/>
        </p:nvSpPr>
        <p:spPr>
          <a:xfrm>
            <a:off x="6444748" y="4586781"/>
            <a:ext cx="760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.0004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586647-D67C-AE6F-7C62-03FB069F4BDC}"/>
              </a:ext>
            </a:extLst>
          </p:cNvPr>
          <p:cNvSpPr/>
          <p:nvPr/>
        </p:nvSpPr>
        <p:spPr>
          <a:xfrm>
            <a:off x="958120" y="1811618"/>
            <a:ext cx="10530037" cy="3190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Main effect of trial-type: </a:t>
            </a:r>
            <a:r>
              <a:rPr lang="en-US" altLang="zh-CN" sz="2400" b="1" dirty="0"/>
              <a:t>Hipp</a:t>
            </a:r>
            <a:r>
              <a:rPr lang="en-US" altLang="zh-CN" sz="2400" dirty="0"/>
              <a:t> is more strongly connected with </a:t>
            </a:r>
            <a:r>
              <a:rPr lang="en-US" altLang="zh-CN" sz="2400" b="1" dirty="0"/>
              <a:t>frontal</a:t>
            </a:r>
            <a:r>
              <a:rPr lang="en-US" altLang="zh-CN" sz="2400" dirty="0"/>
              <a:t> regions for remembered, congruent items, but </a:t>
            </a:r>
            <a:r>
              <a:rPr lang="en-US" altLang="zh-CN" sz="2400" b="1" dirty="0"/>
              <a:t>temporal</a:t>
            </a:r>
            <a:r>
              <a:rPr lang="en-US" altLang="zh-CN" sz="2400" dirty="0"/>
              <a:t> and </a:t>
            </a:r>
            <a:r>
              <a:rPr lang="en-US" altLang="zh-CN" sz="2400" b="1" dirty="0"/>
              <a:t>occipital</a:t>
            </a:r>
            <a:r>
              <a:rPr lang="en-US" altLang="zh-CN" sz="2400" dirty="0"/>
              <a:t> regions for remembered, incongruent items.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OAs show </a:t>
            </a:r>
            <a:r>
              <a:rPr lang="en-US" altLang="zh-CN" sz="2400" b="1" u="sng" dirty="0"/>
              <a:t>stronger</a:t>
            </a:r>
            <a:r>
              <a:rPr lang="en-US" altLang="zh-CN" sz="2400" dirty="0"/>
              <a:t> Hipp-</a:t>
            </a:r>
            <a:r>
              <a:rPr lang="en-US" altLang="zh-CN" sz="2400" dirty="0" err="1"/>
              <a:t>mPFC</a:t>
            </a:r>
            <a:r>
              <a:rPr lang="en-US" altLang="zh-CN" sz="2400" dirty="0"/>
              <a:t> connectivity for remembered, congruent than incongruent items, supposedly for compensation. No such difference in YAs.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No other significant contrasts (e.g., OA </a:t>
            </a:r>
            <a:r>
              <a:rPr lang="en-US" altLang="zh-CN" sz="2400" dirty="0" err="1"/>
              <a:t>cong</a:t>
            </a:r>
            <a:r>
              <a:rPr lang="en-US" altLang="zh-CN" sz="2400" dirty="0"/>
              <a:t> - YA </a:t>
            </a:r>
            <a:r>
              <a:rPr lang="en-US" altLang="zh-CN" sz="2400" dirty="0" err="1"/>
              <a:t>cong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50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BE9D-0EB3-A251-ECE5-EA5E55FA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2985920"/>
            <a:ext cx="10515600" cy="886159"/>
          </a:xfrm>
        </p:spPr>
        <p:txBody>
          <a:bodyPr/>
          <a:lstStyle/>
          <a:p>
            <a:r>
              <a:rPr lang="en-US" altLang="zh-CN" dirty="0"/>
              <a:t>Results with 3-split of subjective congruency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558A6-60F3-18D7-5E55-D82D3A48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6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 need to exclude even more bins with correlation computed with &lt;20 trials</a:t>
            </a:r>
          </a:p>
          <a:p>
            <a:r>
              <a:rPr lang="en-US" dirty="0"/>
              <a:t>Lots of significant </a:t>
            </a:r>
            <a:r>
              <a:rPr lang="en-US" b="1" dirty="0"/>
              <a:t>intercepts</a:t>
            </a:r>
            <a:r>
              <a:rPr lang="en-US" dirty="0"/>
              <a:t> + main effect of </a:t>
            </a:r>
            <a:r>
              <a:rPr lang="en-US" b="1" dirty="0"/>
              <a:t>Hipp</a:t>
            </a:r>
            <a:r>
              <a:rPr lang="en-US" dirty="0"/>
              <a:t> seeds (not printed)</a:t>
            </a:r>
          </a:p>
          <a:p>
            <a:r>
              <a:rPr lang="en-US" dirty="0"/>
              <a:t>Green and Yellow ROIs showing trial type/congruency-related effects: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6632-0902-6E31-D4D2-3D6631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25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B580B6-A26A-FAB3-8D94-96ABCAC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Results – hipp encoding connectivity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803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9EB7-9564-C925-8FEC-25550348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Questions?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DE28-CC22-A777-4CEF-FB125328A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26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A7A8B5-DE5F-1633-D841-EEE548DC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673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9EB7-9564-C925-8FEC-25550348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single-trial modeling approach for encoding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DE28-CC22-A777-4CEF-FB125328A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1F8568-000E-3395-7F3A-A5D4563790A6}"/>
              </a:ext>
            </a:extLst>
          </p:cNvPr>
          <p:cNvGrpSpPr/>
          <p:nvPr/>
        </p:nvGrpSpPr>
        <p:grpSpPr>
          <a:xfrm>
            <a:off x="270310" y="1111710"/>
            <a:ext cx="6034237" cy="1909324"/>
            <a:chOff x="838200" y="1762073"/>
            <a:chExt cx="8579317" cy="27146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078F44-9AB4-35BC-D5DE-1841DFFDAA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341"/>
            <a:stretch/>
          </p:blipFill>
          <p:spPr>
            <a:xfrm>
              <a:off x="5634789" y="1762073"/>
              <a:ext cx="3782728" cy="27146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58FF5C-A9C0-0558-6CD4-96A2D7C9CF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8587"/>
            <a:stretch/>
          </p:blipFill>
          <p:spPr>
            <a:xfrm>
              <a:off x="838200" y="1762074"/>
              <a:ext cx="4796589" cy="271462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077D3F-D104-65AD-FE10-BB454F48C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695" y="1057972"/>
            <a:ext cx="5589872" cy="3170505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0568E2E9-AA06-421E-E61F-63C39E35C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4321742"/>
            <a:ext cx="11083490" cy="212787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Scene and object images were shown very closely in time, so the BOLD response for </a:t>
            </a:r>
            <a:r>
              <a:rPr lang="en-US" altLang="zh-CN" sz="2400" b="1" dirty="0"/>
              <a:t>farm </a:t>
            </a:r>
            <a:r>
              <a:rPr lang="en-US" altLang="zh-CN" sz="2400" dirty="0"/>
              <a:t>would overlap “bigly” with that for </a:t>
            </a:r>
            <a:r>
              <a:rPr lang="en-US" altLang="zh-CN" sz="2400" b="1" dirty="0"/>
              <a:t>tractor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An alternative model is a </a:t>
            </a:r>
            <a:r>
              <a:rPr lang="en-US" altLang="zh-CN" sz="2400" b="1" dirty="0"/>
              <a:t>“double-trial” model </a:t>
            </a:r>
            <a:r>
              <a:rPr lang="en-US" altLang="zh-CN" sz="2400" dirty="0"/>
              <a:t>where we have one regressor for </a:t>
            </a:r>
            <a:r>
              <a:rPr lang="en-US" altLang="zh-CN" sz="2400" b="1" dirty="0"/>
              <a:t>farm</a:t>
            </a:r>
            <a:r>
              <a:rPr lang="en-US" altLang="zh-CN" sz="2400" dirty="0"/>
              <a:t>, one for </a:t>
            </a:r>
            <a:r>
              <a:rPr lang="en-US" altLang="zh-CN" sz="2400" b="1" dirty="0"/>
              <a:t>tractor</a:t>
            </a:r>
            <a:r>
              <a:rPr lang="en-US" altLang="zh-CN" sz="2400" dirty="0"/>
              <a:t>, one for all other scenes, and one for all other objects. </a:t>
            </a:r>
          </a:p>
          <a:p>
            <a:r>
              <a:rPr lang="en-US" altLang="zh-CN" sz="2400" dirty="0"/>
              <a:t>Will give that a try later. Thoughts? :) </a:t>
            </a:r>
            <a:endParaRPr lang="zh-CN" altLang="en-US" sz="2400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E0C679C5-7581-F155-A5C5-336EF85DDF62}"/>
              </a:ext>
            </a:extLst>
          </p:cNvPr>
          <p:cNvSpPr txBox="1">
            <a:spLocks/>
          </p:cNvSpPr>
          <p:nvPr/>
        </p:nvSpPr>
        <p:spPr>
          <a:xfrm>
            <a:off x="270310" y="3021033"/>
            <a:ext cx="6167385" cy="1300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 b="1" dirty="0"/>
              <a:t>Current model</a:t>
            </a:r>
            <a:r>
              <a:rPr lang="en-US" altLang="zh-CN" sz="2600" dirty="0"/>
              <a:t>: one regressor for the trial of interest, and one for </a:t>
            </a:r>
            <a:r>
              <a:rPr lang="en-US" altLang="zh-CN" sz="2600" b="1" dirty="0"/>
              <a:t>all other trials </a:t>
            </a:r>
            <a:r>
              <a:rPr lang="en-US" altLang="zh-CN" sz="2600" dirty="0"/>
              <a:t>(e.g., scene + object), but they should be separated. 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09428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23055</TotalTime>
  <Words>3393</Words>
  <Application>Microsoft Office PowerPoint</Application>
  <PresentationFormat>Widescreen</PresentationFormat>
  <Paragraphs>477</Paragraphs>
  <Slides>27</Slides>
  <Notes>7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等线</vt:lpstr>
      <vt:lpstr>Arial</vt:lpstr>
      <vt:lpstr>Calibri</vt:lpstr>
      <vt:lpstr>Calibri Light</vt:lpstr>
      <vt:lpstr>Consolas</vt:lpstr>
      <vt:lpstr>Office Theme</vt:lpstr>
      <vt:lpstr> Effects of age and schema on Hippocampal encoding connectivity</vt:lpstr>
      <vt:lpstr>SLIMM</vt:lpstr>
      <vt:lpstr>SLIMM predictions</vt:lpstr>
      <vt:lpstr>Encoding results consistent with SLIMM</vt:lpstr>
      <vt:lpstr>Encoding results inconsistent with SLIMM</vt:lpstr>
      <vt:lpstr>Past retrieval connectivity results</vt:lpstr>
      <vt:lpstr>Aging-related encoding connectivity? </vt:lpstr>
      <vt:lpstr>Age-related effects / predictions</vt:lpstr>
      <vt:lpstr>3-session fMRI study (SchemRep)</vt:lpstr>
      <vt:lpstr>PowerPoint Presentation</vt:lpstr>
      <vt:lpstr>Analysis plan (to do)</vt:lpstr>
      <vt:lpstr>Participants</vt:lpstr>
      <vt:lpstr>Participant exclusion criteria</vt:lpstr>
      <vt:lpstr>Subjective rating of congruency (1-4)</vt:lpstr>
      <vt:lpstr>Split trials (114) by subjective congruency (1-4)</vt:lpstr>
      <vt:lpstr>Conceptual false alarms (no congruency)</vt:lpstr>
      <vt:lpstr>Conceptual hits by subjective congruency</vt:lpstr>
      <vt:lpstr>Univ parametric</vt:lpstr>
      <vt:lpstr>Beta series functional connectivity</vt:lpstr>
      <vt:lpstr>Age x Congruency interaction on connectivity</vt:lpstr>
      <vt:lpstr>Results with 2-split of subjective congruency</vt:lpstr>
      <vt:lpstr>Results – hipp encoding connectivity</vt:lpstr>
      <vt:lpstr>PowerPoint Presentation</vt:lpstr>
      <vt:lpstr>Results with 3-split of subjective congruency</vt:lpstr>
      <vt:lpstr>Results – hipp encoding connectivity</vt:lpstr>
      <vt:lpstr>Questions?</vt:lpstr>
      <vt:lpstr>single-trial modeling approach for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SchemRep_Network</dc:title>
  <dc:creator>Shenyang Huang (sh389-ccn)</dc:creator>
  <cp:lastModifiedBy>Shenyang Huang</cp:lastModifiedBy>
  <cp:revision>13</cp:revision>
  <dcterms:created xsi:type="dcterms:W3CDTF">2023-06-13T08:41:26Z</dcterms:created>
  <dcterms:modified xsi:type="dcterms:W3CDTF">2023-07-16T16:02:24Z</dcterms:modified>
</cp:coreProperties>
</file>