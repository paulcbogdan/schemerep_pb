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1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6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E3E63-3187-0236-C78E-235E5043D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944" y="127000"/>
            <a:ext cx="5867400" cy="1325563"/>
          </a:xfrm>
        </p:spPr>
        <p:txBody>
          <a:bodyPr/>
          <a:lstStyle/>
          <a:p>
            <a:r>
              <a:rPr lang="en-US" dirty="0"/>
              <a:t>Modules</a:t>
            </a:r>
          </a:p>
        </p:txBody>
      </p:sp>
      <p:pic>
        <p:nvPicPr>
          <p:cNvPr id="11" name="Content Placeholder 10" descr="A drawing of a brain&#10;&#10;Description automatically generated">
            <a:extLst>
              <a:ext uri="{FF2B5EF4-FFF2-40B4-BE49-F238E27FC236}">
                <a16:creationId xmlns:a16="http://schemas.microsoft.com/office/drawing/2014/main" id="{48647EBA-825E-E1D0-8087-6D991731F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475" y="1296591"/>
            <a:ext cx="4642338" cy="1828800"/>
          </a:xfrm>
        </p:spPr>
      </p:pic>
      <p:pic>
        <p:nvPicPr>
          <p:cNvPr id="13" name="Picture 12" descr="A drawing of a brain&#10;&#10;Description automatically generated">
            <a:extLst>
              <a:ext uri="{FF2B5EF4-FFF2-40B4-BE49-F238E27FC236}">
                <a16:creationId xmlns:a16="http://schemas.microsoft.com/office/drawing/2014/main" id="{89464440-EB04-A111-169A-76F4CD0D2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475" y="4927600"/>
            <a:ext cx="4642338" cy="1828800"/>
          </a:xfrm>
          <a:prstGeom prst="rect">
            <a:avLst/>
          </a:prstGeom>
        </p:spPr>
      </p:pic>
      <p:pic>
        <p:nvPicPr>
          <p:cNvPr id="15" name="Picture 14" descr="A drawing of a brain&#10;&#10;Description automatically generated">
            <a:extLst>
              <a:ext uri="{FF2B5EF4-FFF2-40B4-BE49-F238E27FC236}">
                <a16:creationId xmlns:a16="http://schemas.microsoft.com/office/drawing/2014/main" id="{7465700C-8856-91A5-C4DE-FF0CFBA340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213" y="0"/>
            <a:ext cx="4410221" cy="1737360"/>
          </a:xfrm>
          <a:prstGeom prst="rect">
            <a:avLst/>
          </a:prstGeom>
        </p:spPr>
      </p:pic>
      <p:pic>
        <p:nvPicPr>
          <p:cNvPr id="17" name="Picture 16" descr="A drawing of a brain&#10;&#10;Description automatically generated">
            <a:extLst>
              <a:ext uri="{FF2B5EF4-FFF2-40B4-BE49-F238E27FC236}">
                <a16:creationId xmlns:a16="http://schemas.microsoft.com/office/drawing/2014/main" id="{844570B7-E17C-B54E-D4FD-98F81F1CDA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475" y="3125391"/>
            <a:ext cx="4642338" cy="1828800"/>
          </a:xfrm>
          <a:prstGeom prst="rect">
            <a:avLst/>
          </a:prstGeom>
        </p:spPr>
      </p:pic>
      <p:pic>
        <p:nvPicPr>
          <p:cNvPr id="19" name="Picture 18" descr="A drawing of a brain&#10;&#10;Description automatically generated">
            <a:extLst>
              <a:ext uri="{FF2B5EF4-FFF2-40B4-BE49-F238E27FC236}">
                <a16:creationId xmlns:a16="http://schemas.microsoft.com/office/drawing/2014/main" id="{A1EAA784-0E46-D671-CD0C-3B256C116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213" y="1691640"/>
            <a:ext cx="4410221" cy="1737360"/>
          </a:xfrm>
          <a:prstGeom prst="rect">
            <a:avLst/>
          </a:prstGeom>
        </p:spPr>
      </p:pic>
      <p:pic>
        <p:nvPicPr>
          <p:cNvPr id="21" name="Picture 20" descr="A drawing of a brain&#10;&#10;Description automatically generated">
            <a:extLst>
              <a:ext uri="{FF2B5EF4-FFF2-40B4-BE49-F238E27FC236}">
                <a16:creationId xmlns:a16="http://schemas.microsoft.com/office/drawing/2014/main" id="{FC2F2C55-8486-9183-2E65-26E0DE4911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213" y="3383280"/>
            <a:ext cx="4410221" cy="1737360"/>
          </a:xfrm>
          <a:prstGeom prst="rect">
            <a:avLst/>
          </a:prstGeom>
        </p:spPr>
      </p:pic>
      <p:pic>
        <p:nvPicPr>
          <p:cNvPr id="23" name="Picture 22" descr="A drawing of a brain&#10;&#10;Description automatically generated">
            <a:extLst>
              <a:ext uri="{FF2B5EF4-FFF2-40B4-BE49-F238E27FC236}">
                <a16:creationId xmlns:a16="http://schemas.microsoft.com/office/drawing/2014/main" id="{C050C81A-AAFB-EB42-B792-E4F49867D4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213" y="5120640"/>
            <a:ext cx="4410221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022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849"/>
            <a:ext cx="10515600" cy="1325563"/>
          </a:xfrm>
        </p:spPr>
        <p:txBody>
          <a:bodyPr/>
          <a:lstStyle/>
          <a:p>
            <a:r>
              <a:rPr lang="en-US" dirty="0"/>
              <a:t>Congruency (Con vs. Inc) </a:t>
            </a:r>
            <a:br>
              <a:rPr lang="en-US" dirty="0"/>
            </a:br>
            <a:r>
              <a:rPr lang="en-US" dirty="0"/>
              <a:t>ROI-wise subject-specific classifiers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E440-9768-4CF6-B3DB-71C4B16F9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19475" cy="4351338"/>
          </a:xfrm>
        </p:spPr>
        <p:txBody>
          <a:bodyPr/>
          <a:lstStyle/>
          <a:p>
            <a:r>
              <a:rPr lang="en-US" dirty="0"/>
              <a:t>Older adults show greater effects on connectivity with posterior ROIs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0A8B5-C57D-D33F-DA77-E75557BB9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827" y="4239127"/>
            <a:ext cx="6912552" cy="24090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F71F97-A27E-881E-B7DA-4E4C43122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827" y="1703403"/>
            <a:ext cx="6926875" cy="241401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208F6EE-392F-3EB0-33EA-FD884421D995}"/>
              </a:ext>
            </a:extLst>
          </p:cNvPr>
          <p:cNvSpPr/>
          <p:nvPr/>
        </p:nvSpPr>
        <p:spPr>
          <a:xfrm>
            <a:off x="9067800" y="2840966"/>
            <a:ext cx="1838325" cy="1181894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937C65-9015-B6A9-BE63-AC44FC279B91}"/>
              </a:ext>
            </a:extLst>
          </p:cNvPr>
          <p:cNvSpPr/>
          <p:nvPr/>
        </p:nvSpPr>
        <p:spPr>
          <a:xfrm rot="7303771">
            <a:off x="6483112" y="2264754"/>
            <a:ext cx="1579764" cy="779856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4A6695C-D65E-9AE2-29E7-9D98B55F2F35}"/>
              </a:ext>
            </a:extLst>
          </p:cNvPr>
          <p:cNvSpPr/>
          <p:nvPr/>
        </p:nvSpPr>
        <p:spPr>
          <a:xfrm>
            <a:off x="9058275" y="5364962"/>
            <a:ext cx="1838325" cy="1181894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5480A8F-9624-0A76-1213-27399C220309}"/>
              </a:ext>
            </a:extLst>
          </p:cNvPr>
          <p:cNvSpPr/>
          <p:nvPr/>
        </p:nvSpPr>
        <p:spPr>
          <a:xfrm rot="7303771">
            <a:off x="6473587" y="4788750"/>
            <a:ext cx="1579764" cy="779856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Diagram&#10;&#10;Description automatically generated">
            <a:extLst>
              <a:ext uri="{FF2B5EF4-FFF2-40B4-BE49-F238E27FC236}">
                <a16:creationId xmlns:a16="http://schemas.microsoft.com/office/drawing/2014/main" id="{71010319-60C5-21CF-CFC1-AA8011C08D6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97" r="4006"/>
          <a:stretch/>
        </p:blipFill>
        <p:spPr bwMode="auto">
          <a:xfrm>
            <a:off x="382382" y="3869476"/>
            <a:ext cx="4119369" cy="2446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3209</TotalTime>
  <Words>22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Courier New</vt:lpstr>
      <vt:lpstr>Wingdings</vt:lpstr>
      <vt:lpstr>Office Theme</vt:lpstr>
      <vt:lpstr>PowerPoint Presentation</vt:lpstr>
      <vt:lpstr>Modules</vt:lpstr>
      <vt:lpstr>Congruency (Con vs. Inc)  ROI-wise subject-specific classifiers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5</cp:revision>
  <dcterms:created xsi:type="dcterms:W3CDTF">2023-12-21T20:31:41Z</dcterms:created>
  <dcterms:modified xsi:type="dcterms:W3CDTF">2024-01-09T14:11:09Z</dcterms:modified>
</cp:coreProperties>
</file>