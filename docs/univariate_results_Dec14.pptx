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2" autoAdjust="0"/>
    <p:restoredTop sz="94660"/>
  </p:normalViewPr>
  <p:slideViewPr>
    <p:cSldViewPr snapToGrid="0">
      <p:cViewPr varScale="1">
        <p:scale>
          <a:sx n="80" d="100"/>
          <a:sy n="80" d="100"/>
        </p:scale>
        <p:origin x="9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3D661B-7AAB-AC5F-6C13-54B7A1AC3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719" y="0"/>
            <a:ext cx="3657600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EF3AB3-E8A6-8DC6-12FB-0616870AB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134" y="0"/>
            <a:ext cx="3657600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BEEAFC-3B9B-86D7-3299-E008A0930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19" y="3098389"/>
            <a:ext cx="3657600" cy="274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7D89FE8-2F9A-C021-1009-B55192D1C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0719" y="3098389"/>
            <a:ext cx="3657600" cy="2743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AAFC5B-C8FC-708A-3C87-7A754DA69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1134" y="3098389"/>
            <a:ext cx="3657600" cy="2743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72CDF6-8BF9-D030-A5C1-8D5BEA53BA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419" y="0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D2E6D1-8A92-025C-4EC2-879A352DD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974" y="0"/>
            <a:ext cx="3525397" cy="274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B5F8DC-82FC-9685-F523-B15971DC2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347" y="0"/>
            <a:ext cx="3657600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520B07-6589-CF08-CA95-72B7CDE5A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57" y="0"/>
            <a:ext cx="3742841" cy="274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D6DC0A-CA62-9590-25AC-0C01ECC18D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9771" y="2743201"/>
            <a:ext cx="3657600" cy="2743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5BB68D-702B-DEC8-8D7C-4CE24CCC9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798" y="2743201"/>
            <a:ext cx="3657600" cy="274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6741B9-7464-D260-6A95-9AAABFE67A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8743" y="2743201"/>
            <a:ext cx="3657600" cy="2743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4F7B4E-141F-2713-FE08-235393A2A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9771" y="5486401"/>
            <a:ext cx="3657600" cy="2743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81555B-2D5B-9491-189F-191E5150A7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798" y="5486401"/>
            <a:ext cx="3657600" cy="2743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CFADFE5-F0F2-9AB3-7F92-7CF7BAEEA9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7371" y="548640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545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CE62-733C-6A93-AADF-012510033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7923"/>
          </a:xfrm>
        </p:spPr>
        <p:txBody>
          <a:bodyPr>
            <a:normAutofit fontScale="90000"/>
          </a:bodyPr>
          <a:lstStyle/>
          <a:p>
            <a:r>
              <a:rPr lang="en-US" dirty="0"/>
              <a:t>Trial-by-trial correlations between betas </a:t>
            </a:r>
            <a:r>
              <a:rPr lang="en-US" sz="3600" dirty="0"/>
              <a:t>(correlated for each voxel then averaged across brain)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3F56F23-5CF9-5CC4-E5E3-0CEACEA85B45}"/>
              </a:ext>
            </a:extLst>
          </p:cNvPr>
          <p:cNvSpPr/>
          <p:nvPr/>
        </p:nvSpPr>
        <p:spPr>
          <a:xfrm>
            <a:off x="2702627" y="4325409"/>
            <a:ext cx="2061028" cy="2061028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C61A29-6273-1922-D124-F5B08656345A}"/>
              </a:ext>
            </a:extLst>
          </p:cNvPr>
          <p:cNvSpPr/>
          <p:nvPr/>
        </p:nvSpPr>
        <p:spPr>
          <a:xfrm>
            <a:off x="5065486" y="1748897"/>
            <a:ext cx="2061028" cy="2061028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Combined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A036716-C4F6-B010-6E25-1D5236009077}"/>
              </a:ext>
            </a:extLst>
          </p:cNvPr>
          <p:cNvSpPr/>
          <p:nvPr/>
        </p:nvSpPr>
        <p:spPr>
          <a:xfrm>
            <a:off x="7419771" y="4325409"/>
            <a:ext cx="2061028" cy="2061028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024C8A-B33C-6F9B-3C7A-343DACE2F792}"/>
              </a:ext>
            </a:extLst>
          </p:cNvPr>
          <p:cNvCxnSpPr>
            <a:cxnSpLocks/>
            <a:stCxn id="5" idx="3"/>
            <a:endCxn id="4" idx="7"/>
          </p:cNvCxnSpPr>
          <p:nvPr/>
        </p:nvCxnSpPr>
        <p:spPr>
          <a:xfrm flipH="1">
            <a:off x="4461824" y="3508094"/>
            <a:ext cx="905493" cy="111914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A4F407-E3EF-4011-C0CD-C7684C7DA9B9}"/>
              </a:ext>
            </a:extLst>
          </p:cNvPr>
          <p:cNvCxnSpPr>
            <a:cxnSpLocks/>
            <a:stCxn id="5" idx="5"/>
            <a:endCxn id="6" idx="1"/>
          </p:cNvCxnSpPr>
          <p:nvPr/>
        </p:nvCxnSpPr>
        <p:spPr>
          <a:xfrm>
            <a:off x="6824683" y="3508094"/>
            <a:ext cx="896919" cy="111914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329EC0-BA2E-F70C-7707-085096FE55E2}"/>
              </a:ext>
            </a:extLst>
          </p:cNvPr>
          <p:cNvCxnSpPr>
            <a:cxnSpLocks/>
            <a:stCxn id="6" idx="2"/>
            <a:endCxn id="4" idx="6"/>
          </p:cNvCxnSpPr>
          <p:nvPr/>
        </p:nvCxnSpPr>
        <p:spPr>
          <a:xfrm flipH="1">
            <a:off x="4763655" y="5355923"/>
            <a:ext cx="2656116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AF34B45-841F-B0F5-B52C-CF06C6A3CB18}"/>
              </a:ext>
            </a:extLst>
          </p:cNvPr>
          <p:cNvSpPr txBox="1"/>
          <p:nvPr/>
        </p:nvSpPr>
        <p:spPr>
          <a:xfrm>
            <a:off x="5391277" y="4724654"/>
            <a:ext cx="14334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 = -.38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B5856E-3B23-79F8-F14F-20B4547A9F4D}"/>
              </a:ext>
            </a:extLst>
          </p:cNvPr>
          <p:cNvSpPr txBox="1"/>
          <p:nvPr/>
        </p:nvSpPr>
        <p:spPr>
          <a:xfrm>
            <a:off x="3638759" y="3508093"/>
            <a:ext cx="13131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 = .41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F87A65-8A5D-A595-B00F-AC2F55B77FFB}"/>
              </a:ext>
            </a:extLst>
          </p:cNvPr>
          <p:cNvSpPr txBox="1"/>
          <p:nvPr/>
        </p:nvSpPr>
        <p:spPr>
          <a:xfrm>
            <a:off x="7397705" y="3508093"/>
            <a:ext cx="1213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 = .50</a:t>
            </a:r>
          </a:p>
        </p:txBody>
      </p:sp>
    </p:spTree>
    <p:extLst>
      <p:ext uri="{BB962C8B-B14F-4D97-AF65-F5344CB8AC3E}">
        <p14:creationId xmlns:p14="http://schemas.microsoft.com/office/powerpoint/2010/main" val="399092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1511</TotalTime>
  <Words>29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Trial-by-trial correlations between betas (correlated for each voxel then averaged across brain)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8</cp:revision>
  <dcterms:created xsi:type="dcterms:W3CDTF">2023-12-14T14:46:57Z</dcterms:created>
  <dcterms:modified xsi:type="dcterms:W3CDTF">2023-12-20T20:06:15Z</dcterms:modified>
</cp:coreProperties>
</file>