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6" r:id="rId2"/>
    <p:sldId id="304" r:id="rId3"/>
    <p:sldId id="271" r:id="rId4"/>
    <p:sldId id="278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81" autoAdjust="0"/>
    <p:restoredTop sz="94660"/>
  </p:normalViewPr>
  <p:slideViewPr>
    <p:cSldViewPr snapToGrid="0">
      <p:cViewPr>
        <p:scale>
          <a:sx n="125" d="100"/>
          <a:sy n="125" d="100"/>
        </p:scale>
        <p:origin x="1230" y="9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F7FE7-B06A-4828-8297-9DE0D14B49EB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63FDC-231A-4769-8CB1-CD0385DBB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2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91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31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SchemeRep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January 11, 2024</a:t>
            </a:r>
          </a:p>
        </p:txBody>
      </p:sp>
    </p:spTree>
    <p:extLst>
      <p:ext uri="{BB962C8B-B14F-4D97-AF65-F5344CB8AC3E}">
        <p14:creationId xmlns:p14="http://schemas.microsoft.com/office/powerpoint/2010/main" val="2975946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AAB1833-2118-6480-750F-C093FA607638}"/>
              </a:ext>
            </a:extLst>
          </p:cNvPr>
          <p:cNvSpPr/>
          <p:nvPr/>
        </p:nvSpPr>
        <p:spPr>
          <a:xfrm>
            <a:off x="8107680" y="2217420"/>
            <a:ext cx="3733800" cy="1082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2CA95F-9908-8A5F-F3F2-B943AF8091C4}"/>
              </a:ext>
            </a:extLst>
          </p:cNvPr>
          <p:cNvSpPr/>
          <p:nvPr/>
        </p:nvSpPr>
        <p:spPr>
          <a:xfrm>
            <a:off x="8359140" y="3050857"/>
            <a:ext cx="3733800" cy="1082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D507D5-D966-46B6-88DC-C2EC2F7E675E}"/>
              </a:ext>
            </a:extLst>
          </p:cNvPr>
          <p:cNvSpPr/>
          <p:nvPr/>
        </p:nvSpPr>
        <p:spPr>
          <a:xfrm>
            <a:off x="5676900" y="4132896"/>
            <a:ext cx="6111240" cy="18528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0528-2F65-BCB9-401C-82F76D9A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2" y="74082"/>
            <a:ext cx="10515600" cy="1325563"/>
          </a:xfrm>
        </p:spPr>
        <p:txBody>
          <a:bodyPr/>
          <a:lstStyle/>
          <a:p>
            <a:r>
              <a:rPr lang="en-US" dirty="0"/>
              <a:t>Scene RSA: Object presentation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4804-8491-FE80-EE29-0222248B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433" y="1399646"/>
            <a:ext cx="3810001" cy="452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Younger adults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6C2EC4-622B-48C5-C14F-6FCB45C02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369" y="1919815"/>
            <a:ext cx="3810000" cy="4762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8A3CAC-870A-C688-0477-75B360B64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270" y="1919815"/>
            <a:ext cx="3810000" cy="47625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C29EB2-1DDC-34E9-4764-6F5E0252D96F}"/>
              </a:ext>
            </a:extLst>
          </p:cNvPr>
          <p:cNvSpPr txBox="1">
            <a:spLocks/>
          </p:cNvSpPr>
          <p:nvPr/>
        </p:nvSpPr>
        <p:spPr>
          <a:xfrm>
            <a:off x="6594100" y="1399645"/>
            <a:ext cx="3810001" cy="45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Older adults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CDB0F4-9855-B45A-D1D1-B95BC8BC6C42}"/>
              </a:ext>
            </a:extLst>
          </p:cNvPr>
          <p:cNvSpPr txBox="1"/>
          <p:nvPr/>
        </p:nvSpPr>
        <p:spPr>
          <a:xfrm>
            <a:off x="3526131" y="5898621"/>
            <a:ext cx="83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t-value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F5170F-5F9E-C8C0-D6FC-D6970664A397}"/>
              </a:ext>
            </a:extLst>
          </p:cNvPr>
          <p:cNvSpPr txBox="1"/>
          <p:nvPr/>
        </p:nvSpPr>
        <p:spPr>
          <a:xfrm>
            <a:off x="8089666" y="5898620"/>
            <a:ext cx="83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t-value</a:t>
            </a:r>
          </a:p>
        </p:txBody>
      </p:sp>
    </p:spTree>
    <p:extLst>
      <p:ext uri="{BB962C8B-B14F-4D97-AF65-F5344CB8AC3E}">
        <p14:creationId xmlns:p14="http://schemas.microsoft.com/office/powerpoint/2010/main" val="3151900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766F0183-0222-2939-0785-E76FF29D0C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6731001" y="1917218"/>
            <a:ext cx="2677937" cy="2333625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FD586C6-CF99-187F-411F-57573F57C96D}"/>
              </a:ext>
            </a:extLst>
          </p:cNvPr>
          <p:cNvSpPr/>
          <p:nvPr/>
        </p:nvSpPr>
        <p:spPr>
          <a:xfrm>
            <a:off x="7447085" y="25533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1B4AFDB-1BDE-A252-5233-2C5E7503373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55" r="226"/>
          <a:stretch/>
        </p:blipFill>
        <p:spPr>
          <a:xfrm>
            <a:off x="5679182" y="1344667"/>
            <a:ext cx="888513" cy="2971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C623B4-BA7E-A996-425F-FDED8064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637"/>
            <a:ext cx="10515600" cy="700579"/>
          </a:xfrm>
        </p:spPr>
        <p:txBody>
          <a:bodyPr/>
          <a:lstStyle/>
          <a:p>
            <a:r>
              <a:rPr lang="en-US" dirty="0"/>
              <a:t>Inferior parietal lobule (IPL)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39528-386B-5F02-444E-A1F7A52327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7" r="37635"/>
          <a:stretch/>
        </p:blipFill>
        <p:spPr>
          <a:xfrm>
            <a:off x="2827820" y="1345213"/>
            <a:ext cx="2975932" cy="2971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5EA447-5242-5F5D-5505-136D5B223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5" y="1752258"/>
            <a:ext cx="2743200" cy="2286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6126A0-12AD-5CDE-77EC-A6F0E07F43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5" y="4478864"/>
            <a:ext cx="2743200" cy="228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5D42784-F30A-9346-2F41-626B5609BE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8046" y="4478864"/>
            <a:ext cx="2743200" cy="228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EB70C8-67EA-8BC8-1621-F7DCDE2A00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8380" y="4478864"/>
            <a:ext cx="2743200" cy="2286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0CC730-49FB-D013-4C20-F3D8AB20FD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890" y="1752258"/>
            <a:ext cx="2743200" cy="2286000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98BE630E-D643-A928-44FF-377799D34EBE}"/>
              </a:ext>
            </a:extLst>
          </p:cNvPr>
          <p:cNvSpPr/>
          <p:nvPr/>
        </p:nvSpPr>
        <p:spPr>
          <a:xfrm>
            <a:off x="6805917" y="3184599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A8D8D8-7E54-9752-C2BD-5EF4ACBF7ABD}"/>
              </a:ext>
            </a:extLst>
          </p:cNvPr>
          <p:cNvSpPr/>
          <p:nvPr/>
        </p:nvSpPr>
        <p:spPr>
          <a:xfrm>
            <a:off x="7546882" y="342412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280CDDD-9373-AA21-C16D-1D6144A735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8254" y="4478864"/>
            <a:ext cx="2743200" cy="2286000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D3819EFA-D5EF-2117-0504-B3AF83790E5D}"/>
              </a:ext>
            </a:extLst>
          </p:cNvPr>
          <p:cNvSpPr/>
          <p:nvPr/>
        </p:nvSpPr>
        <p:spPr>
          <a:xfrm>
            <a:off x="8369771" y="376279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FB836D-8443-4460-E82D-CDD9EDC06B96}"/>
              </a:ext>
            </a:extLst>
          </p:cNvPr>
          <p:cNvSpPr/>
          <p:nvPr/>
        </p:nvSpPr>
        <p:spPr>
          <a:xfrm>
            <a:off x="8732213" y="282688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A9F995-D922-9EB1-27D5-65D4CBB6292E}"/>
              </a:ext>
            </a:extLst>
          </p:cNvPr>
          <p:cNvCxnSpPr/>
          <p:nvPr/>
        </p:nvCxnSpPr>
        <p:spPr>
          <a:xfrm flipH="1">
            <a:off x="6998171" y="2620982"/>
            <a:ext cx="474496" cy="7175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51EEDC7-7102-FAB8-370B-253E6BBB87AA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234950" cy="9588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06BF6BA-BFD8-3061-1B0A-03AE799EAB73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CF53181-C376-6142-F9FE-60D9A2E6A168}"/>
              </a:ext>
            </a:extLst>
          </p:cNvPr>
          <p:cNvCxnSpPr>
            <a:cxnSpLocks/>
          </p:cNvCxnSpPr>
          <p:nvPr/>
        </p:nvCxnSpPr>
        <p:spPr>
          <a:xfrm>
            <a:off x="7469099" y="262098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F1BDB2E-1244-8DC2-41B0-645A3657D4BF}"/>
              </a:ext>
            </a:extLst>
          </p:cNvPr>
          <p:cNvSpPr/>
          <p:nvPr/>
        </p:nvSpPr>
        <p:spPr>
          <a:xfrm>
            <a:off x="7316165" y="246037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3A6F86-1CD5-16B0-CF6F-9215CD3EFED4}"/>
              </a:ext>
            </a:extLst>
          </p:cNvPr>
          <p:cNvSpPr txBox="1"/>
          <p:nvPr/>
        </p:nvSpPr>
        <p:spPr>
          <a:xfrm rot="815892">
            <a:off x="7563699" y="235874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68B0BB-6A1C-2CEE-D3A1-2F209FE6C0AC}"/>
              </a:ext>
            </a:extLst>
          </p:cNvPr>
          <p:cNvSpPr txBox="1"/>
          <p:nvPr/>
        </p:nvSpPr>
        <p:spPr>
          <a:xfrm rot="1113827">
            <a:off x="6828225" y="3836479"/>
            <a:ext cx="16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4EB335-5CD1-8668-616E-4EE90DC17088}"/>
              </a:ext>
            </a:extLst>
          </p:cNvPr>
          <p:cNvSpPr txBox="1"/>
          <p:nvPr/>
        </p:nvSpPr>
        <p:spPr>
          <a:xfrm>
            <a:off x="6930391" y="133695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4C8293-A8AC-C4F0-0DCD-20E4E48BA891}"/>
              </a:ext>
            </a:extLst>
          </p:cNvPr>
          <p:cNvSpPr txBox="1"/>
          <p:nvPr/>
        </p:nvSpPr>
        <p:spPr>
          <a:xfrm>
            <a:off x="4871714" y="1303082"/>
            <a:ext cx="10855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17981A-F5F3-E99B-0955-BD5BA78D71E6}"/>
              </a:ext>
            </a:extLst>
          </p:cNvPr>
          <p:cNvSpPr txBox="1"/>
          <p:nvPr/>
        </p:nvSpPr>
        <p:spPr>
          <a:xfrm>
            <a:off x="7491058" y="34571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55E460-7DB3-9C09-59FF-D2F3A74B8F0B}"/>
              </a:ext>
            </a:extLst>
          </p:cNvPr>
          <p:cNvSpPr txBox="1"/>
          <p:nvPr/>
        </p:nvSpPr>
        <p:spPr>
          <a:xfrm>
            <a:off x="6745860" y="32301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5BEC4-4565-816A-E7B9-EFABE3D6E9FC}"/>
              </a:ext>
            </a:extLst>
          </p:cNvPr>
          <p:cNvSpPr txBox="1"/>
          <p:nvPr/>
        </p:nvSpPr>
        <p:spPr>
          <a:xfrm>
            <a:off x="8327461" y="37938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B792F1-4369-080B-2B70-B004AD6E5D66}"/>
              </a:ext>
            </a:extLst>
          </p:cNvPr>
          <p:cNvSpPr txBox="1"/>
          <p:nvPr/>
        </p:nvSpPr>
        <p:spPr>
          <a:xfrm>
            <a:off x="8657936" y="28624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F3636735-C579-2BD9-BEFB-84FD44536D9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1" t="10326" r="37548"/>
          <a:stretch/>
        </p:blipFill>
        <p:spPr>
          <a:xfrm>
            <a:off x="10129352" y="102895"/>
            <a:ext cx="1711009" cy="149566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DC2366D-66A9-DC28-99F6-CB77354A8CE0}"/>
              </a:ext>
            </a:extLst>
          </p:cNvPr>
          <p:cNvSpPr txBox="1"/>
          <p:nvPr/>
        </p:nvSpPr>
        <p:spPr>
          <a:xfrm>
            <a:off x="10890043" y="1306577"/>
            <a:ext cx="97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 t-tests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003891-3C36-2F51-7C38-128056AFB0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05" r="9899"/>
          <a:stretch/>
        </p:blipFill>
        <p:spPr>
          <a:xfrm>
            <a:off x="5093115" y="3424125"/>
            <a:ext cx="687395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F5E3EB-BD2F-9CBB-010F-5E6D396042E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1" t="12180" r="72657" b="8591"/>
          <a:stretch/>
        </p:blipFill>
        <p:spPr>
          <a:xfrm>
            <a:off x="4545705" y="3777872"/>
            <a:ext cx="530834" cy="5207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B3245C-9BC0-A00E-3DBE-2EAB323FDA8C}"/>
              </a:ext>
            </a:extLst>
          </p:cNvPr>
          <p:cNvSpPr txBox="1"/>
          <p:nvPr/>
        </p:nvSpPr>
        <p:spPr>
          <a:xfrm>
            <a:off x="7296966" y="249608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</p:spTree>
    <p:extLst>
      <p:ext uri="{BB962C8B-B14F-4D97-AF65-F5344CB8AC3E}">
        <p14:creationId xmlns:p14="http://schemas.microsoft.com/office/powerpoint/2010/main" val="271807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30" grpId="0" animBg="1"/>
      <p:bldP spid="31" grpId="0" animBg="1"/>
      <p:bldP spid="34" grpId="0" animBg="1"/>
      <p:bldP spid="35" grpId="0" animBg="1"/>
      <p:bldP spid="29" grpId="0" animBg="1"/>
      <p:bldP spid="48" grpId="0"/>
      <p:bldP spid="49" grpId="0"/>
      <p:bldP spid="53" grpId="0"/>
      <p:bldP spid="55" grpId="0"/>
      <p:bldP spid="56" grpId="0"/>
      <p:bldP spid="57" grpId="0"/>
      <p:bldP spid="58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4587360-5997-69EB-3DB5-1AB63E288D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97"/>
          <a:stretch/>
        </p:blipFill>
        <p:spPr>
          <a:xfrm>
            <a:off x="5722289" y="1343300"/>
            <a:ext cx="921283" cy="2971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7D15E87-9DA2-498B-9B41-563605C858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58" r="37882"/>
          <a:stretch/>
        </p:blipFill>
        <p:spPr>
          <a:xfrm>
            <a:off x="2839487" y="1348956"/>
            <a:ext cx="2989739" cy="297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7FA14B-E9B3-6422-975B-0B58CBA129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2" t="11894" r="37254"/>
          <a:stretch/>
        </p:blipFill>
        <p:spPr>
          <a:xfrm>
            <a:off x="10144721" y="169726"/>
            <a:ext cx="1669608" cy="143141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66F0183-0222-2939-0785-E76FF29D0C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4" r="1"/>
          <a:stretch/>
        </p:blipFill>
        <p:spPr>
          <a:xfrm>
            <a:off x="6731001" y="1917218"/>
            <a:ext cx="2677937" cy="2333625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FD586C6-CF99-187F-411F-57573F57C96D}"/>
              </a:ext>
            </a:extLst>
          </p:cNvPr>
          <p:cNvSpPr/>
          <p:nvPr/>
        </p:nvSpPr>
        <p:spPr>
          <a:xfrm>
            <a:off x="7447085" y="25533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623B4-BA7E-A996-425F-FDED8064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637"/>
            <a:ext cx="10515600" cy="700579"/>
          </a:xfrm>
        </p:spPr>
        <p:txBody>
          <a:bodyPr/>
          <a:lstStyle/>
          <a:p>
            <a:r>
              <a:rPr lang="en-US" dirty="0"/>
              <a:t>Anterior temporal lobe (ATL)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8BE630E-D643-A928-44FF-377799D34EBE}"/>
              </a:ext>
            </a:extLst>
          </p:cNvPr>
          <p:cNvSpPr/>
          <p:nvPr/>
        </p:nvSpPr>
        <p:spPr>
          <a:xfrm>
            <a:off x="6805917" y="318459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A8D8D8-7E54-9752-C2BD-5EF4ACBF7ABD}"/>
              </a:ext>
            </a:extLst>
          </p:cNvPr>
          <p:cNvSpPr/>
          <p:nvPr/>
        </p:nvSpPr>
        <p:spPr>
          <a:xfrm>
            <a:off x="7546882" y="342412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A9F995-D922-9EB1-27D5-65D4CBB6292E}"/>
              </a:ext>
            </a:extLst>
          </p:cNvPr>
          <p:cNvCxnSpPr>
            <a:cxnSpLocks/>
          </p:cNvCxnSpPr>
          <p:nvPr/>
        </p:nvCxnSpPr>
        <p:spPr>
          <a:xfrm flipH="1" flipV="1">
            <a:off x="6993633" y="3424125"/>
            <a:ext cx="1451728" cy="581954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51EEDC7-7102-FAB8-370B-253E6BBB87AA}"/>
              </a:ext>
            </a:extLst>
          </p:cNvPr>
          <p:cNvCxnSpPr>
            <a:cxnSpLocks/>
          </p:cNvCxnSpPr>
          <p:nvPr/>
        </p:nvCxnSpPr>
        <p:spPr>
          <a:xfrm flipH="1" flipV="1">
            <a:off x="7707617" y="3579832"/>
            <a:ext cx="795706" cy="33840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06BF6BA-BFD8-3061-1B0A-03AE799EAB73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F1BDB2E-1244-8DC2-41B0-645A3657D4BF}"/>
              </a:ext>
            </a:extLst>
          </p:cNvPr>
          <p:cNvSpPr/>
          <p:nvPr/>
        </p:nvSpPr>
        <p:spPr>
          <a:xfrm>
            <a:off x="7316165" y="2460375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3A6F86-1CD5-16B0-CF6F-9215CD3EFED4}"/>
              </a:ext>
            </a:extLst>
          </p:cNvPr>
          <p:cNvSpPr txBox="1"/>
          <p:nvPr/>
        </p:nvSpPr>
        <p:spPr>
          <a:xfrm rot="815892">
            <a:off x="7509836" y="233315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68B0BB-6A1C-2CEE-D3A1-2F209FE6C0AC}"/>
              </a:ext>
            </a:extLst>
          </p:cNvPr>
          <p:cNvSpPr txBox="1"/>
          <p:nvPr/>
        </p:nvSpPr>
        <p:spPr>
          <a:xfrm rot="1113827">
            <a:off x="6828225" y="3836479"/>
            <a:ext cx="16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4EB335-5CD1-8668-616E-4EE90DC17088}"/>
              </a:ext>
            </a:extLst>
          </p:cNvPr>
          <p:cNvSpPr txBox="1"/>
          <p:nvPr/>
        </p:nvSpPr>
        <p:spPr>
          <a:xfrm>
            <a:off x="6930391" y="133695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4C8293-A8AC-C4F0-0DCD-20E4E48BA891}"/>
              </a:ext>
            </a:extLst>
          </p:cNvPr>
          <p:cNvSpPr txBox="1"/>
          <p:nvPr/>
        </p:nvSpPr>
        <p:spPr>
          <a:xfrm>
            <a:off x="4871714" y="1284032"/>
            <a:ext cx="10855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17981A-F5F3-E99B-0955-BD5BA78D71E6}"/>
              </a:ext>
            </a:extLst>
          </p:cNvPr>
          <p:cNvSpPr txBox="1"/>
          <p:nvPr/>
        </p:nvSpPr>
        <p:spPr>
          <a:xfrm>
            <a:off x="7491058" y="34571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55E460-7DB3-9C09-59FF-D2F3A74B8F0B}"/>
              </a:ext>
            </a:extLst>
          </p:cNvPr>
          <p:cNvSpPr txBox="1"/>
          <p:nvPr/>
        </p:nvSpPr>
        <p:spPr>
          <a:xfrm>
            <a:off x="6745860" y="32301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C2366D-66A9-DC28-99F6-CB77354A8CE0}"/>
              </a:ext>
            </a:extLst>
          </p:cNvPr>
          <p:cNvSpPr txBox="1"/>
          <p:nvPr/>
        </p:nvSpPr>
        <p:spPr>
          <a:xfrm>
            <a:off x="10890043" y="1306577"/>
            <a:ext cx="97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 t-tests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6E81B-F641-884D-DBD8-51E289171016}"/>
              </a:ext>
            </a:extLst>
          </p:cNvPr>
          <p:cNvSpPr txBox="1"/>
          <p:nvPr/>
        </p:nvSpPr>
        <p:spPr>
          <a:xfrm>
            <a:off x="7290813" y="2493392"/>
            <a:ext cx="405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F68237-B46F-6EE7-AF54-51B7C7D8E2C4}"/>
              </a:ext>
            </a:extLst>
          </p:cNvPr>
          <p:cNvCxnSpPr>
            <a:cxnSpLocks/>
          </p:cNvCxnSpPr>
          <p:nvPr/>
        </p:nvCxnSpPr>
        <p:spPr>
          <a:xfrm flipH="1">
            <a:off x="8556825" y="3011168"/>
            <a:ext cx="319230" cy="92095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4DFB836D-8443-4460-E82D-CDD9EDC06B96}"/>
              </a:ext>
            </a:extLst>
          </p:cNvPr>
          <p:cNvSpPr/>
          <p:nvPr/>
        </p:nvSpPr>
        <p:spPr>
          <a:xfrm>
            <a:off x="8732213" y="2826882"/>
            <a:ext cx="338667" cy="3386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B792F1-4369-080B-2B70-B004AD6E5D66}"/>
              </a:ext>
            </a:extLst>
          </p:cNvPr>
          <p:cNvSpPr txBox="1"/>
          <p:nvPr/>
        </p:nvSpPr>
        <p:spPr>
          <a:xfrm>
            <a:off x="8657936" y="28624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3819EFA-D5EF-2117-0504-B3AF83790E5D}"/>
              </a:ext>
            </a:extLst>
          </p:cNvPr>
          <p:cNvSpPr/>
          <p:nvPr/>
        </p:nvSpPr>
        <p:spPr>
          <a:xfrm>
            <a:off x="8369771" y="376279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5BEC4-4565-816A-E7B9-EFABE3D6E9FC}"/>
              </a:ext>
            </a:extLst>
          </p:cNvPr>
          <p:cNvSpPr txBox="1"/>
          <p:nvPr/>
        </p:nvSpPr>
        <p:spPr>
          <a:xfrm>
            <a:off x="8327461" y="37938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D43E0FC-F21E-300D-FC9E-5EE7CEC37A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32" y="1807149"/>
            <a:ext cx="2743200" cy="2286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AFFEC89-C9E0-5E87-1542-F83411674E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32" y="4437720"/>
            <a:ext cx="2743200" cy="2286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9DB4725-C862-11D8-EDDB-C3602BCB4F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2881" y="4437720"/>
            <a:ext cx="2743200" cy="2286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9F8BA83-0AEC-6AC2-9FFF-380824F883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8566" y="1790216"/>
            <a:ext cx="2743200" cy="2286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5B3A941-80DD-4212-5063-45A89F1D27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8566" y="4437720"/>
            <a:ext cx="2743200" cy="2286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DA5A50A-AA21-B1A0-4BFD-A73CA40F6B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0150" y="4437720"/>
            <a:ext cx="2743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3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30" grpId="0" animBg="1"/>
      <p:bldP spid="31" grpId="0" animBg="1"/>
      <p:bldP spid="29" grpId="0" animBg="1"/>
      <p:bldP spid="48" grpId="0"/>
      <p:bldP spid="49" grpId="0"/>
      <p:bldP spid="53" grpId="0"/>
      <p:bldP spid="55" grpId="0"/>
      <p:bldP spid="56" grpId="0"/>
      <p:bldP spid="5" grpId="0"/>
      <p:bldP spid="35" grpId="0" animBg="1"/>
      <p:bldP spid="58" grpId="0"/>
      <p:bldP spid="34" grpId="0" animBg="1"/>
      <p:bldP spid="5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1021</TotalTime>
  <Words>104</Words>
  <Application>Microsoft Office PowerPoint</Application>
  <PresentationFormat>Widescreen</PresentationFormat>
  <Paragraphs>38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Courier New</vt:lpstr>
      <vt:lpstr>Wingdings</vt:lpstr>
      <vt:lpstr>Office Theme</vt:lpstr>
      <vt:lpstr>SchemeRep</vt:lpstr>
      <vt:lpstr>3-session fMRI study</vt:lpstr>
      <vt:lpstr>Scene RSA: Object presentation betas</vt:lpstr>
      <vt:lpstr>Inferior parietal lobule (IPL)</vt:lpstr>
      <vt:lpstr>Anterior temporal lobe (ATL)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3</cp:revision>
  <dcterms:created xsi:type="dcterms:W3CDTF">2024-01-11T20:33:55Z</dcterms:created>
  <dcterms:modified xsi:type="dcterms:W3CDTF">2024-01-12T13:35:11Z</dcterms:modified>
</cp:coreProperties>
</file>